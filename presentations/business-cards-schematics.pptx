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Source Code Pro"/>
      <p:regular r:id="rId21"/>
      <p:bold r:id="rId22"/>
      <p:italic r:id="rId23"/>
      <p:boldItalic r:id="rId24"/>
    </p:embeddedFont>
    <p:embeddedFont>
      <p:font typeface="PT Sans"/>
      <p:regular r:id="rId25"/>
      <p:bold r:id="rId26"/>
      <p:italic r:id="rId27"/>
      <p:boldItalic r:id="rId28"/>
    </p:embeddedFont>
    <p:embeddedFont>
      <p:font typeface="IBM Plex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SourceCodePro-bold.fntdata"/><Relationship Id="rId21" Type="http://schemas.openxmlformats.org/officeDocument/2006/relationships/font" Target="fonts/SourceCodePro-regular.fntdata"/><Relationship Id="rId24" Type="http://schemas.openxmlformats.org/officeDocument/2006/relationships/font" Target="fonts/SourceCodePro-boldItalic.fntdata"/><Relationship Id="rId23" Type="http://schemas.openxmlformats.org/officeDocument/2006/relationships/font" Target="fonts/SourceCodePro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TSans-bold.fntdata"/><Relationship Id="rId25" Type="http://schemas.openxmlformats.org/officeDocument/2006/relationships/font" Target="fonts/PTSans-regular.fntdata"/><Relationship Id="rId28" Type="http://schemas.openxmlformats.org/officeDocument/2006/relationships/font" Target="fonts/PTSans-boldItalic.fntdata"/><Relationship Id="rId27" Type="http://schemas.openxmlformats.org/officeDocument/2006/relationships/font" Target="fonts/PT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BMPlex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Mono-italic.fntdata"/><Relationship Id="rId30" Type="http://schemas.openxmlformats.org/officeDocument/2006/relationships/font" Target="fonts/IBMPlexMon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IBMPlex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oppins-regular.fntdata"/><Relationship Id="rId16" Type="http://schemas.openxmlformats.org/officeDocument/2006/relationships/slide" Target="slides/slide10.xml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3ca32789bcd_0_1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3ca32789bcd_0_1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h4f9b881a244bbfce_18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h4f9b881a244bbfce_18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3ca32789bcd_0_2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3ca32789bcd_0_2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3ca32789bcd_0_2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3ca32789bcd_0_2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h4f9b881a244bbfce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h4f9b881a244bbfce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3ca32789bcd_0_2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1" name="Google Shape;1521;g3ca32789bcd_0_2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3caa2d77f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3caa2d77f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h4f9b881a244bbfce_1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9" name="Google Shape;1539;h4f9b881a244bbfce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3ca32789bcd_0_2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3ca32789bcd_0_2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3ca32789bcd_0_2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3ca32789bcd_0_2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55" name="Google Shape;55;p14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56" name="Google Shape;56;p1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7" name="Google Shape;57;p14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8" name="Google Shape;58;p14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1" name="Google Shape;61;p14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" name="Google Shape;63;p14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64" name="Google Shape;64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" name="Google Shape;66;p14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67" name="Google Shape;67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" name="Google Shape;69;p14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70" name="Google Shape;70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" name="Google Shape;72;p14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73" name="Google Shape;73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p14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76" name="Google Shape;76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8" name="Google Shape;78;p14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79" name="Google Shape;79;p1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14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" name="Google Shape;82;p14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83" name="Google Shape;83;p1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0" name="Google Shape;90;p14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1" name="Google Shape;91;p14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92" name="Google Shape;92;p1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14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96" name="Google Shape;96;p1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9" name="Google Shape;99;p14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01" name="Google Shape;101;p14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102" name="Google Shape;102;p14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103" name="Google Shape;103;p14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4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" name="Google Shape;105;p14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106" name="Google Shape;106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7" name="Google Shape;107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8" name="Google Shape;108;p1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09" name="Google Shape;109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" name="Google Shape;110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" name="Google Shape;111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" name="Google Shape;112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" name="Google Shape;113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14" name="Google Shape;114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" name="Google Shape;115;p14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116" name="Google Shape;116;p14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4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4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4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" name="Google Shape;120;p14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121" name="Google Shape;121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2" name="Google Shape;122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3" name="Google Shape;123;p1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4" name="Google Shape;124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5" name="Google Shape;125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" name="Google Shape;126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7" name="Google Shape;127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8" name="Google Shape;128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9" name="Google Shape;129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14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131" name="Google Shape;131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2" name="Google Shape;132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3" name="Google Shape;133;p1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4" name="Google Shape;134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" name="Google Shape;135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" name="Google Shape;136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7" name="Google Shape;137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" name="Google Shape;138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9" name="Google Shape;139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2" name="Google Shape;142;p15"/>
          <p:cNvSpPr txBox="1"/>
          <p:nvPr>
            <p:ph hasCustomPrompt="1"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4" name="Google Shape;144;p15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45" name="Google Shape;145;p1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46" name="Google Shape;146;p1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49" name="Google Shape;149;p1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1" name="Google Shape;151;p1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52" name="Google Shape;152;p1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53" name="Google Shape;153;p1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54" name="Google Shape;154;p1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55" name="Google Shape;155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6" name="Google Shape;15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" name="Google Shape;15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" name="Google Shape;158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9" name="Google Shape;159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60" name="Google Shape;160;p1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1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62" name="Google Shape;162;p1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63" name="Google Shape;163;p1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64" name="Google Shape;164;p1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65" name="Google Shape;165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6" name="Google Shape;16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7" name="Google Shape;16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8" name="Google Shape;168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9" name="Google Shape;169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70" name="Google Shape;170;p1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1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72" name="Google Shape;172;p1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73" name="Google Shape;173;p1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74" name="Google Shape;174;p1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75" name="Google Shape;175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6" name="Google Shape;17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7" name="Google Shape;17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8" name="Google Shape;178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9" name="Google Shape;179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80" name="Google Shape;180;p1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1" name="Google Shape;181;p1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82" name="Google Shape;182;p1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" name="Google Shape;187;p16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88" name="Google Shape;188;p16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89" name="Google Shape;189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0" name="Google Shape;190;p16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91" name="Google Shape;191;p16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6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3" name="Google Shape;193;p16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4" name="Google Shape;194;p16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95" name="Google Shape;195;p16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6" name="Google Shape;196;p16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97" name="Google Shape;197;p1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" name="Google Shape;198;p1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9" name="Google Shape;199;p16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200" name="Google Shape;200;p1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" name="Google Shape;201;p1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2" name="Google Shape;202;p16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203" name="Google Shape;203;p1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" name="Google Shape;204;p1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205" name="Google Shape;205;p16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206" name="Google Shape;206;p16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6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" name="Google Shape;208;p16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209" name="Google Shape;209;p16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210" name="Google Shape;210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3" name="Google Shape;213;p16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5" name="Google Shape;215;p16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216" name="Google Shape;216;p16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6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6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1" name="Google Shape;221;p17"/>
          <p:cNvSpPr txBox="1"/>
          <p:nvPr>
            <p:ph idx="1" type="subTitle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2" name="Google Shape;222;p17"/>
          <p:cNvSpPr txBox="1"/>
          <p:nvPr>
            <p:ph idx="2" type="subTitle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3" name="Google Shape;223;p17"/>
          <p:cNvSpPr txBox="1"/>
          <p:nvPr>
            <p:ph idx="3" type="subTitle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24" name="Google Shape;224;p17"/>
          <p:cNvSpPr txBox="1"/>
          <p:nvPr>
            <p:ph idx="4" type="subTitle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225" name="Google Shape;225;p17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226" name="Google Shape;226;p1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7" name="Google Shape;227;p17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228" name="Google Shape;228;p1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1" name="Google Shape;231;p17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232" name="Google Shape;232;p17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233" name="Google Shape;233;p17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234" name="Google Shape;234;p17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" name="Google Shape;235;p17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" name="Google Shape;236;p17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7" name="Google Shape;237;p17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238" name="Google Shape;238;p17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239" name="Google Shape;239;p17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0" name="Google Shape;240;p17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41" name="Google Shape;241;p17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42" name="Google Shape;242;p17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43" name="Google Shape;243;p17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44" name="Google Shape;244;p17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45" name="Google Shape;245;p17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46" name="Google Shape;246;p17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47" name="Google Shape;247;p17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48" name="Google Shape;248;p17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49" name="Google Shape;249;p17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50" name="Google Shape;250;p17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51" name="Google Shape;251;p17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52" name="Google Shape;252;p17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3" name="Google Shape;253;p17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4" name="Google Shape;254;p17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5" name="Google Shape;255;p17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56" name="Google Shape;256;p17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57" name="Google Shape;257;p17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58" name="Google Shape;258;p17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59" name="Google Shape;259;p17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60" name="Google Shape;260;p17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1" name="Google Shape;261;p17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2" name="Google Shape;262;p17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3" name="Google Shape;263;p17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4" name="Google Shape;264;p17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65" name="Google Shape;265;p17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66" name="Google Shape;266;p17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67" name="Google Shape;267;p17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68" name="Google Shape;268;p17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69" name="Google Shape;269;p17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70" name="Google Shape;270;p17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1" name="Google Shape;271;p17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2" name="Google Shape;272;p17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3" name="Google Shape;273;p17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4" name="Google Shape;274;p17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75" name="Google Shape;275;p17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276" name="Google Shape;276;p17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77" name="Google Shape;277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9" name="Google Shape;279;p17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80" name="Google Shape;280;p17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81" name="Google Shape;281;p17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7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3" name="Google Shape;283;p17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4" name="Google Shape;284;p17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85" name="Google Shape;285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6" name="Google Shape;286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7" name="Google Shape;287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8" name="Google Shape;288;p17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89" name="Google Shape;289;p17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90" name="Google Shape;290;p17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7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2" name="Google Shape;292;p17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93" name="Google Shape;293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4" name="Google Shape;294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5" name="Google Shape;295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18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298" name="Google Shape;298;p18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9" name="Google Shape;299;p18"/>
            <p:cNvPicPr preferRelativeResize="0"/>
            <p:nvPr/>
          </p:nvPicPr>
          <p:blipFill rotWithShape="1">
            <a:blip r:embed="rId2">
              <a:alphaModFix/>
            </a:blip>
            <a:srcRect b="17664" l="0" r="0" t="17657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01" name="Google Shape;301;p18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302" name="Google Shape;302;p18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303" name="Google Shape;303;p18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18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5" name="Google Shape;305;p18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306" name="Google Shape;306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7" name="Google Shape;307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08" name="Google Shape;308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9" name="Google Shape;309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0" name="Google Shape;310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1" name="Google Shape;311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2" name="Google Shape;312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3" name="Google Shape;313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14" name="Google Shape;314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" name="Google Shape;315;p18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316" name="Google Shape;316;p18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18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8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18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" name="Google Shape;320;p18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321" name="Google Shape;321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2" name="Google Shape;322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3" name="Google Shape;323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4" name="Google Shape;324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5" name="Google Shape;325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6" name="Google Shape;326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7" name="Google Shape;327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8" name="Google Shape;328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29" name="Google Shape;329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" name="Google Shape;330;p18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331" name="Google Shape;331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2" name="Google Shape;332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33" name="Google Shape;333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34" name="Google Shape;334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5" name="Google Shape;335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6" name="Google Shape;336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7" name="Google Shape;337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8" name="Google Shape;338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39" name="Google Shape;339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0" name="Google Shape;340;p18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341" name="Google Shape;341;p18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342" name="Google Shape;342;p18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8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4" name="Google Shape;344;p18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45" name="Google Shape;345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46" name="Google Shape;346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47" name="Google Shape;347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48" name="Google Shape;348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9" name="Google Shape;349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0" name="Google Shape;350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1" name="Google Shape;351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2" name="Google Shape;352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53" name="Google Shape;353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4" name="Google Shape;354;p18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55" name="Google Shape;355;p18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8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18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18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9" name="Google Shape;359;p18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60" name="Google Shape;360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61" name="Google Shape;361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62" name="Google Shape;362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63" name="Google Shape;363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4" name="Google Shape;364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5" name="Google Shape;365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6" name="Google Shape;366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7" name="Google Shape;367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68" name="Google Shape;368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9" name="Google Shape;369;p18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70" name="Google Shape;370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1" name="Google Shape;371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72" name="Google Shape;372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73" name="Google Shape;373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4" name="Google Shape;374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5" name="Google Shape;375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6" name="Google Shape;376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7" name="Google Shape;377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78" name="Google Shape;378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9" name="Google Shape;379;p18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80" name="Google Shape;380;p1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81" name="Google Shape;381;p1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2" name="Google Shape;382;p1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385" name="Google Shape;38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86" name="Google Shape;386;p19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87" name="Google Shape;387;p19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" name="Google Shape;389;p19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90" name="Google Shape;390;p19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9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2" name="Google Shape;392;p19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93" name="Google Shape;393;p1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4" name="Google Shape;394;p1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5" name="Google Shape;395;p1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6" name="Google Shape;396;p19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97" name="Google Shape;397;p1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19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9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9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9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9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3" name="Google Shape;403;p19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404" name="Google Shape;404;p1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6" name="Google Shape;406;p19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407" name="Google Shape;407;p1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11" name="Google Shape;411;p20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412" name="Google Shape;412;p20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413" name="Google Shape;413;p20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rect b="b" l="l" r="r" t="t"/>
                <a:pathLst>
                  <a:path extrusionOk="0" h="48146" w="14079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0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rect b="b" l="l" r="r" t="t"/>
                <a:pathLst>
                  <a:path extrusionOk="0" h="43180" w="1676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5" name="Google Shape;415;p20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0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7" name="Google Shape;417;p20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418" name="Google Shape;418;p2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"/>
          <p:cNvSpPr txBox="1"/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2" name="Google Shape;422;p21"/>
          <p:cNvSpPr txBox="1"/>
          <p:nvPr>
            <p:ph idx="1" type="subTitle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423" name="Google Shape;423;p21"/>
          <p:cNvSpPr/>
          <p:nvPr>
            <p:ph idx="2" type="pic"/>
          </p:nvPr>
        </p:nvSpPr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424" name="Google Shape;424;p21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425" name="Google Shape;425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6" name="Google Shape;426;p21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427" name="Google Shape;427;p21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28" name="Google Shape;428;p21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429" name="Google Shape;429;p2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" name="Google Shape;430;p2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31" name="Google Shape;431;p21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432" name="Google Shape;432;p2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" name="Google Shape;433;p2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34" name="Google Shape;434;p21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435" name="Google Shape;435;p2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" name="Google Shape;436;p2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37" name="Google Shape;437;p21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438" name="Google Shape;438;p21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3" name="Google Shape;443;p21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4" name="Google Shape;444;p21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45" name="Google Shape;445;p21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1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1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1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2" name="Google Shape;452;p21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53" name="Google Shape;453;p21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4" name="Google Shape;454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55" name="Google Shape;455;p21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56" name="Google Shape;456;p21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1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1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9" name="Google Shape;459;p21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60" name="Google Shape;460;p21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1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21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3" name="Google Shape;463;p21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1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5" name="Google Shape;465;p21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66" name="Google Shape;466;p21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67" name="Google Shape;467;p21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8" name="Google Shape;468;p21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22"/>
          <p:cNvSpPr txBox="1"/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3"/>
          <p:cNvSpPr txBox="1"/>
          <p:nvPr>
            <p:ph hasCustomPrompt="1"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474" name="Google Shape;474;p23"/>
          <p:cNvSpPr txBox="1"/>
          <p:nvPr>
            <p:ph idx="1" type="subTitle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75" name="Google Shape;475;p23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476" name="Google Shape;476;p23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477" name="Google Shape;477;p23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3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79" name="Google Shape;479;p23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80" name="Google Shape;480;p2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2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" name="Google Shape;482;p2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3" name="Google Shape;483;p2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4" name="Google Shape;484;p2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5" name="Google Shape;485;p2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2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87" name="Google Shape;487;p23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88" name="Google Shape;488;p2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9" name="Google Shape;489;p2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0" name="Google Shape;490;p2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1" name="Google Shape;491;p2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" name="Google Shape;492;p2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" name="Google Shape;493;p2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" name="Google Shape;494;p2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95" name="Google Shape;495;p23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496" name="Google Shape;496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8" name="Google Shape;498;p23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499" name="Google Shape;499;p23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500" name="Google Shape;500;p23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01" name="Google Shape;501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02" name="Google Shape;502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3" name="Google Shape;503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4" name="Google Shape;504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5" name="Google Shape;505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6" name="Google Shape;506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07" name="Google Shape;507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08" name="Google Shape;508;p23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09" name="Google Shape;509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10" name="Google Shape;510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1" name="Google Shape;511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2" name="Google Shape;512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3" name="Google Shape;513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4" name="Google Shape;514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15" name="Google Shape;515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16" name="Google Shape;516;p23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17" name="Google Shape;517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18" name="Google Shape;518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9" name="Google Shape;519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0" name="Google Shape;520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1" name="Google Shape;521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2" name="Google Shape;522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23" name="Google Shape;523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24" name="Google Shape;524;p23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25" name="Google Shape;525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26" name="Google Shape;526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7" name="Google Shape;52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8" name="Google Shape;528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9" name="Google Shape;529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0" name="Google Shape;530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31" name="Google Shape;531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32" name="Google Shape;532;p23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533" name="Google Shape;533;p23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34" name="Google Shape;534;p23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35" name="Google Shape;535;p23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536" name="Google Shape;536;p23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23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1" name="Google Shape;541;p25"/>
          <p:cNvSpPr txBox="1"/>
          <p:nvPr>
            <p:ph idx="1" type="subTitle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25"/>
          <p:cNvSpPr txBox="1"/>
          <p:nvPr>
            <p:ph idx="2" type="subTitle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25"/>
          <p:cNvSpPr txBox="1"/>
          <p:nvPr>
            <p:ph idx="3" type="subTitle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4" name="Google Shape;544;p25"/>
          <p:cNvSpPr txBox="1"/>
          <p:nvPr>
            <p:ph idx="4" type="subTitle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5" name="Google Shape;545;p25"/>
          <p:cNvSpPr txBox="1"/>
          <p:nvPr>
            <p:ph hasCustomPrompt="1"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46" name="Google Shape;546;p25"/>
          <p:cNvSpPr txBox="1"/>
          <p:nvPr>
            <p:ph hasCustomPrompt="1" idx="6" type="title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47" name="Google Shape;547;p25"/>
          <p:cNvSpPr txBox="1"/>
          <p:nvPr>
            <p:ph hasCustomPrompt="1"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48" name="Google Shape;548;p25"/>
          <p:cNvSpPr txBox="1"/>
          <p:nvPr>
            <p:ph hasCustomPrompt="1" idx="8" type="title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49" name="Google Shape;549;p25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50" name="Google Shape;550;p25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51" name="Google Shape;551;p25"/>
          <p:cNvSpPr txBox="1"/>
          <p:nvPr>
            <p:ph idx="14" type="subTitle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52" name="Google Shape;552;p25"/>
          <p:cNvSpPr txBox="1"/>
          <p:nvPr>
            <p:ph idx="15" type="subTitle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553" name="Google Shape;553;p25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54" name="Google Shape;554;p25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5" name="Google Shape;555;p25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56" name="Google Shape;556;p25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25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25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25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25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25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25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3" name="Google Shape;563;p25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64" name="Google Shape;564;p25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65" name="Google Shape;565;p25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66" name="Google Shape;566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7" name="Google Shape;567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68" name="Google Shape;568;p25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69" name="Google Shape;569;p25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70" name="Google Shape;570;p25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71" name="Google Shape;57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2" name="Google Shape;57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73" name="Google Shape;573;p25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74" name="Google Shape;574;p25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75" name="Google Shape;575;p25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76" name="Google Shape;576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7" name="Google Shape;577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578" name="Google Shape;578;p25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79" name="Google Shape;579;p25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80" name="Google Shape;580;p2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83" name="Google Shape;583;p25"/>
            <p:cNvSpPr/>
            <p:nvPr/>
          </p:nvSpPr>
          <p:spPr>
            <a:xfrm>
              <a:off x="6394675" y="0"/>
              <a:ext cx="284119" cy="24604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5"/>
            <p:cNvSpPr/>
            <p:nvPr/>
          </p:nvSpPr>
          <p:spPr>
            <a:xfrm>
              <a:off x="6627600" y="-49075"/>
              <a:ext cx="570546" cy="494095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5" name="Google Shape;585;p25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86" name="Google Shape;586;p25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87" name="Google Shape;587;p25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88" name="Google Shape;588;p25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6"/>
          <p:cNvSpPr txBox="1"/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91" name="Google Shape;591;p26"/>
          <p:cNvSpPr txBox="1"/>
          <p:nvPr>
            <p:ph idx="1" type="subTitle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94" name="Google Shape;594;p27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595" name="Google Shape;595;p2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7" name="Google Shape;597;p27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598" name="Google Shape;598;p27"/>
            <p:cNvSpPr/>
            <p:nvPr/>
          </p:nvSpPr>
          <p:spPr>
            <a:xfrm flipH="1" rot="8100000">
              <a:off x="3778999" y="-2106462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9" name="Google Shape;599;p27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600" name="Google Shape;600;p2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2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2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2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2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2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2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7" name="Google Shape;607;p27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608" name="Google Shape;608;p2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2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2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2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2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2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2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15" name="Google Shape;615;p27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7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7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7"/>
            <p:cNvSpPr/>
            <p:nvPr/>
          </p:nvSpPr>
          <p:spPr>
            <a:xfrm flipH="1" rot="-2700000">
              <a:off x="3192849" y="-2898537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9" name="Google Shape;619;p27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620" name="Google Shape;620;p27"/>
            <p:cNvGrpSpPr/>
            <p:nvPr/>
          </p:nvGrpSpPr>
          <p:grpSpPr>
            <a:xfrm flipH="1" rot="10800000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621" name="Google Shape;621;p27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622" name="Google Shape;622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23" name="Google Shape;623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4" name="Google Shape;624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5" name="Google Shape;625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6" name="Google Shape;626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7" name="Google Shape;627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28" name="Google Shape;628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29" name="Google Shape;629;p27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30" name="Google Shape;630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3" name="Google Shape;633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36" name="Google Shape;636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37" name="Google Shape;637;p27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38" name="Google Shape;638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39" name="Google Shape;639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0" name="Google Shape;640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1" name="Google Shape;641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2" name="Google Shape;642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3" name="Google Shape;643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44" name="Google Shape;644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45" name="Google Shape;645;p27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46" name="Google Shape;646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7" name="Google Shape;647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8" name="Google Shape;648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9" name="Google Shape;649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53" name="Google Shape;653;p27"/>
            <p:cNvGrpSpPr/>
            <p:nvPr/>
          </p:nvGrpSpPr>
          <p:grpSpPr>
            <a:xfrm flipH="1" rot="-3320950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54" name="Google Shape;654;p27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55" name="Google Shape;655;p27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56" name="Google Shape;656;p27"/>
            <p:cNvSpPr/>
            <p:nvPr/>
          </p:nvSpPr>
          <p:spPr>
            <a:xfrm flipH="1" rot="-2700000">
              <a:off x="249333" y="3270782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7" name="Google Shape;657;p27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58" name="Google Shape;658;p27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27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62" name="Google Shape;662;p28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63" name="Google Shape;663;p28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64" name="Google Shape;664;p2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2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2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7" name="Google Shape;667;p28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68" name="Google Shape;668;p28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69" name="Google Shape;669;p28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70" name="Google Shape;670;p2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1" name="Google Shape;671;p2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72" name="Google Shape;672;p28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8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4" name="Google Shape;674;p28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75" name="Google Shape;675;p2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76" name="Google Shape;676;p28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77" name="Google Shape;677;p28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78" name="Google Shape;678;p28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79" name="Google Shape;679;p2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2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681" name="Google Shape;681;p28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82" name="Google Shape;682;p2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4" name="Google Shape;684;p28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85" name="Google Shape;685;p2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28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87" name="Google Shape;687;p28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88" name="Google Shape;688;p28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89" name="Google Shape;689;p2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0" name="Google Shape;690;p2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2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2" name="Google Shape;692;p2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3" name="Google Shape;693;p2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4" name="Google Shape;694;p2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5" name="Google Shape;695;p2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96" name="Google Shape;696;p28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97" name="Google Shape;697;p2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8" name="Google Shape;698;p2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9" name="Google Shape;699;p2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0" name="Google Shape;700;p2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2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2" name="Google Shape;702;p2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3" name="Google Shape;703;p2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04" name="Google Shape;704;p28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705" name="Google Shape;705;p2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6" name="Google Shape;706;p2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7" name="Google Shape;707;p2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8" name="Google Shape;708;p2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2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2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2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12" name="Google Shape;712;p28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713" name="Google Shape;713;p2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14" name="Google Shape;714;p2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5" name="Google Shape;715;p2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18" name="Google Shape;718;p29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719" name="Google Shape;719;p29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720" name="Google Shape;720;p29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21" name="Google Shape;721;p29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722" name="Google Shape;722;p29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3" name="Google Shape;723;p29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4" name="Google Shape;724;p29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29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6" name="Google Shape;726;p29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7" name="Google Shape;727;p29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p29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29" name="Google Shape;729;p29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730" name="Google Shape;730;p29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1" name="Google Shape;731;p29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2" name="Google Shape;732;p29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3" name="Google Shape;733;p29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4" name="Google Shape;734;p29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5" name="Google Shape;735;p29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6" name="Google Shape;736;p29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37" name="Google Shape;737;p29"/>
              <p:cNvSpPr/>
              <p:nvPr/>
            </p:nvSpPr>
            <p:spPr>
              <a:xfrm flipH="1" rot="2700000">
                <a:off x="-1073899" y="4736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8" name="Google Shape;738;p29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739" name="Google Shape;739;p2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2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1" name="Google Shape;741;p29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742" name="Google Shape;742;p2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2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4" name="Google Shape;744;p29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45" name="Google Shape;745;p2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46" name="Google Shape;746;p29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47" name="Google Shape;747;p29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48" name="Google Shape;748;p29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9" name="Google Shape;749;p29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50" name="Google Shape;750;p29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29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52" name="Google Shape;752;p29"/>
              <p:cNvGrpSpPr/>
              <p:nvPr/>
            </p:nvGrpSpPr>
            <p:grpSpPr>
              <a:xfrm flipH="1" rot="-2700000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53" name="Google Shape;753;p2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4" name="Google Shape;754;p2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5" name="Google Shape;755;p2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6" name="Google Shape;756;p2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7" name="Google Shape;757;p2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8" name="Google Shape;758;p2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9" name="Google Shape;759;p2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60" name="Google Shape;760;p29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61" name="Google Shape;761;p2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62" name="Google Shape;762;p2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3" name="Google Shape;763;p2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5" name="Google Shape;765;p30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766" name="Google Shape;766;p30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67" name="Google Shape;767;p30"/>
            <p:cNvGrpSpPr/>
            <p:nvPr/>
          </p:nvGrpSpPr>
          <p:grpSpPr>
            <a:xfrm>
              <a:off x="7218100" y="4855088"/>
              <a:ext cx="931125" cy="525763"/>
              <a:chOff x="7218100" y="4855088"/>
              <a:chExt cx="931125" cy="525763"/>
            </a:xfrm>
          </p:grpSpPr>
          <p:grpSp>
            <p:nvGrpSpPr>
              <p:cNvPr id="768" name="Google Shape;768;p30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769" name="Google Shape;76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0" name="Google Shape;77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71" name="Google Shape;771;p30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772" name="Google Shape;77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74" name="Google Shape;774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75" name="Google Shape;775;p30"/>
          <p:cNvGrpSpPr/>
          <p:nvPr/>
        </p:nvGrpSpPr>
        <p:grpSpPr>
          <a:xfrm>
            <a:off x="-2175000" y="3012192"/>
            <a:ext cx="3701086" cy="3345172"/>
            <a:chOff x="-1886500" y="2599117"/>
            <a:chExt cx="3701086" cy="3345172"/>
          </a:xfrm>
        </p:grpSpPr>
        <p:pic>
          <p:nvPicPr>
            <p:cNvPr id="776" name="Google Shape;776;p3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30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0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9" name="Google Shape;779;p30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780" name="Google Shape;780;p3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3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2" name="Google Shape;782;p30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783" name="Google Shape;783;p3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3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5" name="Google Shape;785;p30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786" name="Google Shape;786;p3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3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88" name="Google Shape;788;p30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789" name="Google Shape;789;p30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790" name="Google Shape;790;p30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30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2" name="Google Shape;792;p30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793" name="Google Shape;793;p3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3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3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6" name="Google Shape;796;p30"/>
            <p:cNvGrpSpPr/>
            <p:nvPr/>
          </p:nvGrpSpPr>
          <p:grpSpPr>
            <a:xfrm flipH="1" rot="10800000">
              <a:off x="7579756" y="-249669"/>
              <a:ext cx="2601921" cy="2438355"/>
              <a:chOff x="7340128" y="2866613"/>
              <a:chExt cx="2439225" cy="2438355"/>
            </a:xfrm>
          </p:grpSpPr>
          <p:sp>
            <p:nvSpPr>
              <p:cNvPr id="797" name="Google Shape;797;p30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30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99" name="Google Shape;799;p30"/>
            <p:cNvSpPr/>
            <p:nvPr/>
          </p:nvSpPr>
          <p:spPr>
            <a:xfrm flipH="1" rot="5400000">
              <a:off x="6551329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00" name="Google Shape;800;p30"/>
            <p:cNvGrpSpPr/>
            <p:nvPr/>
          </p:nvGrpSpPr>
          <p:grpSpPr>
            <a:xfrm>
              <a:off x="6917701" y="246011"/>
              <a:ext cx="4623164" cy="134100"/>
              <a:chOff x="6917701" y="246011"/>
              <a:chExt cx="4623164" cy="134100"/>
            </a:xfrm>
          </p:grpSpPr>
          <p:sp>
            <p:nvSpPr>
              <p:cNvPr id="801" name="Google Shape;801;p30"/>
              <p:cNvSpPr/>
              <p:nvPr/>
            </p:nvSpPr>
            <p:spPr>
              <a:xfrm flipH="1">
                <a:off x="6917701" y="24601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30"/>
              <p:cNvSpPr/>
              <p:nvPr/>
            </p:nvSpPr>
            <p:spPr>
              <a:xfrm flipH="1">
                <a:off x="6947889" y="27615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03" name="Google Shape;803;p30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6" name="Google Shape;806;p31"/>
          <p:cNvSpPr txBox="1"/>
          <p:nvPr>
            <p:ph idx="1" type="subTitle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7" name="Google Shape;807;p31"/>
          <p:cNvSpPr txBox="1"/>
          <p:nvPr>
            <p:ph idx="2" type="subTitle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08" name="Google Shape;808;p31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809" name="Google Shape;809;p31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1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1" name="Google Shape;811;p31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812" name="Google Shape;812;p31"/>
            <p:cNvSpPr/>
            <p:nvPr/>
          </p:nvSpPr>
          <p:spPr>
            <a:xfrm>
              <a:off x="6883700" y="14075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1"/>
            <p:cNvSpPr/>
            <p:nvPr/>
          </p:nvSpPr>
          <p:spPr>
            <a:xfrm>
              <a:off x="7842318" y="13857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1"/>
            <p:cNvSpPr/>
            <p:nvPr/>
          </p:nvSpPr>
          <p:spPr>
            <a:xfrm>
              <a:off x="7734200" y="2571774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1"/>
            <p:cNvSpPr/>
            <p:nvPr/>
          </p:nvSpPr>
          <p:spPr>
            <a:xfrm>
              <a:off x="7758564" y="15500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31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817" name="Google Shape;817;p31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818" name="Google Shape;818;p31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31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31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21" name="Google Shape;821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2" name="Google Shape;822;p31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1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4" name="Google Shape;824;p31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825" name="Google Shape;825;p31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31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7" name="Google Shape;827;p31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828" name="Google Shape;828;p31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31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31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31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31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31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31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5" name="Google Shape;835;p31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836" name="Google Shape;836;p31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31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31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31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31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31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31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2"/>
          <p:cNvSpPr txBox="1"/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32"/>
          <p:cNvSpPr txBox="1"/>
          <p:nvPr>
            <p:ph idx="1" type="subTitle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6" name="Google Shape;846;p32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47" name="Google Shape;847;p3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48" name="Google Shape;848;p32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49" name="Google Shape;849;p3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3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3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3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3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3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3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6" name="Google Shape;856;p32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57" name="Google Shape;857;p32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58" name="Google Shape;858;p32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59" name="Google Shape;859;p3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0" name="Google Shape;860;p3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61" name="Google Shape;861;p32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62" name="Google Shape;862;p3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3" name="Google Shape;863;p3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64" name="Google Shape;864;p32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65" name="Google Shape;865;p3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6" name="Google Shape;866;p3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867" name="Google Shape;867;p32"/>
            <p:cNvSpPr/>
            <p:nvPr/>
          </p:nvSpPr>
          <p:spPr>
            <a:xfrm>
              <a:off x="-630272" y="2499757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68" name="Google Shape;868;p32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69" name="Google Shape;869;p32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32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1" name="Google Shape;871;p32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72" name="Google Shape;872;p32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32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74" name="Google Shape;874;p32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75" name="Google Shape;875;p3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6" name="Google Shape;876;p32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2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2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79" name="Google Shape;879;p32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80" name="Google Shape;880;p3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3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3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3" name="Google Shape;883;p32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84" name="Google Shape;884;p3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3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3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9" name="Google Shape;889;p33"/>
          <p:cNvSpPr txBox="1"/>
          <p:nvPr>
            <p:ph idx="1" type="body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890" name="Google Shape;890;p33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891" name="Google Shape;891;p33"/>
            <p:cNvSpPr/>
            <p:nvPr/>
          </p:nvSpPr>
          <p:spPr>
            <a:xfrm flipH="1" rot="-8100000">
              <a:off x="7249845" y="-719557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3"/>
            <p:cNvSpPr/>
            <p:nvPr/>
          </p:nvSpPr>
          <p:spPr>
            <a:xfrm>
              <a:off x="8355611" y="-292048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3"/>
            <p:cNvSpPr/>
            <p:nvPr/>
          </p:nvSpPr>
          <p:spPr>
            <a:xfrm>
              <a:off x="8608100" y="70376"/>
              <a:ext cx="687411" cy="2086997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4" name="Google Shape;894;p33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895" name="Google Shape;895;p33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33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7" name="Google Shape;897;p33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898" name="Google Shape;898;p33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33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0" name="Google Shape;900;p33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901" name="Google Shape;901;p33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33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903" name="Google Shape;903;p3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4" name="Google Shape;904;p33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905" name="Google Shape;905;p3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06" name="Google Shape;906;p33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907" name="Google Shape;907;p33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33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09" name="Google Shape;909;p33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910" name="Google Shape;910;p33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1" name="Google Shape;911;p33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12" name="Google Shape;912;p33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913" name="Google Shape;913;p33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4" name="Google Shape;914;p33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15" name="Google Shape;915;p33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916" name="Google Shape;916;p33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7" name="Google Shape;917;p33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18" name="Google Shape;918;p33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919" name="Google Shape;919;p33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0" name="Google Shape;920;p33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34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923" name="Google Shape;923;p3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24" name="Google Shape;924;p34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25" name="Google Shape;925;p34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26" name="Google Shape;926;p34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7" name="Google Shape;927;p34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28" name="Google Shape;928;p34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29" name="Google Shape;929;p34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0" name="Google Shape;930;p34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1" name="Google Shape;931;p34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32" name="Google Shape;932;p34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33" name="Google Shape;933;p3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34" name="Google Shape;934;p3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35" name="Google Shape;935;p34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36" name="Google Shape;936;p3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37" name="Google Shape;937;p3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38" name="Google Shape;938;p3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39" name="Google Shape;939;p3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0" name="Google Shape;940;p3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41" name="Google Shape;941;p3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42" name="Google Shape;942;p34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943" name="Google Shape;943;p3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44" name="Google Shape;944;p3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45" name="Google Shape;945;p34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46" name="Google Shape;946;p3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7" name="Google Shape;947;p3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8" name="Google Shape;948;p3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9" name="Google Shape;949;p3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0" name="Google Shape;950;p3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51" name="Google Shape;951;p3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52" name="Google Shape;952;p34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53" name="Google Shape;953;p3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54" name="Google Shape;954;p3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55" name="Google Shape;955;p34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56" name="Google Shape;956;p3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7" name="Google Shape;957;p3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8" name="Google Shape;958;p3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9" name="Google Shape;959;p3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0" name="Google Shape;960;p3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61" name="Google Shape;961;p3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62" name="Google Shape;962;p34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963" name="Google Shape;963;p34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4" name="Google Shape;964;p34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65" name="Google Shape;965;p34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966" name="Google Shape;966;p3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3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68" name="Google Shape;968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9" name="Google Shape;969;p34"/>
          <p:cNvSpPr txBox="1"/>
          <p:nvPr>
            <p:ph idx="1" type="body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70" name="Google Shape;970;p34"/>
          <p:cNvSpPr txBox="1"/>
          <p:nvPr>
            <p:ph idx="2" type="body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71" name="Google Shape;971;p34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972" name="Google Shape;972;p34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973" name="Google Shape;973;p3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3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5" name="Google Shape;975;p34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976" name="Google Shape;976;p3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3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3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9" name="Google Shape;979;p34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980" name="Google Shape;980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81" name="Google Shape;981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82" name="Google Shape;982;p3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83" name="Google Shape;983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4" name="Google Shape;984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5" name="Google Shape;985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6" name="Google Shape;986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7" name="Google Shape;987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88" name="Google Shape;988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89" name="Google Shape;989;p34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990" name="Google Shape;990;p34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991" name="Google Shape;991;p3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3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3" name="Google Shape;993;p34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994" name="Google Shape;994;p3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3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96" name="Google Shape;996;p34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997" name="Google Shape;997;p3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 rot="10800000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98" name="Google Shape;998;p34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999" name="Google Shape;999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00" name="Google Shape;1000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01" name="Google Shape;1001;p3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002" name="Google Shape;1002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3" name="Google Shape;1003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4" name="Google Shape;1004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5" name="Google Shape;1005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6" name="Google Shape;1006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007" name="Google Shape;1007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8" name="Google Shape;1008;p34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1009" name="Google Shape;1009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10" name="Google Shape;1010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11" name="Google Shape;1011;p3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012" name="Google Shape;1012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3" name="Google Shape;1013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4" name="Google Shape;1014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5" name="Google Shape;1015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6" name="Google Shape;1016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017" name="Google Shape;1017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0" name="Google Shape;1020;p35"/>
          <p:cNvSpPr txBox="1"/>
          <p:nvPr>
            <p:ph idx="1" type="subTitle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1" name="Google Shape;1021;p35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2" name="Google Shape;1022;p35"/>
          <p:cNvSpPr txBox="1"/>
          <p:nvPr>
            <p:ph idx="3" type="subTitle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23" name="Google Shape;1023;p35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024" name="Google Shape;1024;p35"/>
          <p:cNvGrpSpPr/>
          <p:nvPr/>
        </p:nvGrpSpPr>
        <p:grpSpPr>
          <a:xfrm flipH="1" rot="-5400000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1025" name="Google Shape;1025;p3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26" name="Google Shape;1026;p35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1027" name="Google Shape;1027;p35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028" name="Google Shape;1028;p35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9" name="Google Shape;1029;p35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30" name="Google Shape;1030;p35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031" name="Google Shape;1031;p35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2" name="Google Shape;1032;p35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3" name="Google Shape;1033;p35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34" name="Google Shape;1034;p35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35" name="Google Shape;1035;p3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36" name="Google Shape;1036;p3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37" name="Google Shape;1037;p3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38" name="Google Shape;1038;p3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39" name="Google Shape;1039;p3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40" name="Google Shape;1040;p3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41" name="Google Shape;1041;p3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42" name="Google Shape;1042;p3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43" name="Google Shape;1043;p3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44" name="Google Shape;1044;p35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45" name="Google Shape;1045;p3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46" name="Google Shape;1046;p3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47" name="Google Shape;1047;p3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48" name="Google Shape;1048;p3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49" name="Google Shape;1049;p3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50" name="Google Shape;1050;p3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51" name="Google Shape;1051;p3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52" name="Google Shape;1052;p3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53" name="Google Shape;1053;p3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54" name="Google Shape;1054;p35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55" name="Google Shape;1055;p3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56" name="Google Shape;1056;p3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57" name="Google Shape;1057;p3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58" name="Google Shape;1058;p3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59" name="Google Shape;1059;p3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60" name="Google Shape;1060;p3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61" name="Google Shape;1061;p3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62" name="Google Shape;1062;p3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63" name="Google Shape;1063;p3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64" name="Google Shape;1064;p35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65" name="Google Shape;1065;p35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6" name="Google Shape;1066;p35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67" name="Google Shape;1067;p35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68" name="Google Shape;1068;p3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3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070" name="Google Shape;1070;p35"/>
          <p:cNvPicPr preferRelativeResize="0"/>
          <p:nvPr/>
        </p:nvPicPr>
        <p:blipFill rotWithShape="1">
          <a:blip r:embed="rId2">
            <a:alphaModFix/>
          </a:blip>
          <a:srcRect b="26177" l="16960" r="7121" t="24719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1" name="Google Shape;1071;p35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72" name="Google Shape;1072;p3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73" name="Google Shape;1073;p3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4" name="Google Shape;1074;p3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5" name="Google Shape;1075;p35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76" name="Google Shape;1076;p35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77" name="Google Shape;1077;p3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3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3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3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81" name="Google Shape;1081;p35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082" name="Google Shape;1082;p3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83" name="Google Shape;1083;p3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84" name="Google Shape;1084;p3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5" name="Google Shape;1085;p3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86" name="Google Shape;1086;p3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87" name="Google Shape;1087;p3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8" name="Google Shape;1088;p3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89" name="Google Shape;1089;p35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0" name="Google Shape;1090;p35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091" name="Google Shape;1091;p3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92" name="Google Shape;1092;p3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3" name="Google Shape;1093;p3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5" name="Google Shape;1095;p36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96" name="Google Shape;1096;p36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97" name="Google Shape;1097;p36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098" name="Google Shape;1098;p36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99" name="Google Shape;1099;p36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100" name="Google Shape;1100;p3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01" name="Google Shape;1101;p3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2" name="Google Shape;1102;p3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03" name="Google Shape;1103;p36"/>
          <p:cNvSpPr txBox="1"/>
          <p:nvPr>
            <p:ph idx="1" type="subTitle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4" name="Google Shape;1104;p36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5" name="Google Shape;1105;p36"/>
          <p:cNvSpPr txBox="1"/>
          <p:nvPr>
            <p:ph idx="3" type="subTitle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6" name="Google Shape;1106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7" name="Google Shape;1107;p36"/>
          <p:cNvSpPr txBox="1"/>
          <p:nvPr>
            <p:ph idx="4" type="subTitle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08" name="Google Shape;1108;p36"/>
          <p:cNvSpPr txBox="1"/>
          <p:nvPr>
            <p:ph idx="5" type="subTitle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09" name="Google Shape;1109;p36"/>
          <p:cNvSpPr txBox="1"/>
          <p:nvPr>
            <p:ph idx="6" type="subTitle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110" name="Google Shape;1110;p36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111" name="Google Shape;1111;p36"/>
            <p:cNvSpPr/>
            <p:nvPr/>
          </p:nvSpPr>
          <p:spPr>
            <a:xfrm>
              <a:off x="5915175" y="23612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6"/>
            <p:cNvSpPr/>
            <p:nvPr/>
          </p:nvSpPr>
          <p:spPr>
            <a:xfrm>
              <a:off x="6873793" y="23394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13" name="Google Shape;1113;p36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114" name="Google Shape;1114;p36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36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36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36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36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36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36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1" name="Google Shape;1121;p36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122" name="Google Shape;1122;p36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36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36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36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36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36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36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29" name="Google Shape;1129;p36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130" name="Google Shape;1130;p36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1" name="Google Shape;1131;p36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6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6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6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6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6" name="Google Shape;1136;p36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137" name="Google Shape;1137;p3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3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9" name="Google Shape;1139;p36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140" name="Google Shape;1140;p3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3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42" name="Google Shape;1142;p36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143" name="Google Shape;1143;p36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144" name="Google Shape;1144;p36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36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46" name="Google Shape;1146;p36"/>
            <p:cNvSpPr/>
            <p:nvPr/>
          </p:nvSpPr>
          <p:spPr>
            <a:xfrm>
              <a:off x="0" y="36165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6"/>
            <p:cNvSpPr/>
            <p:nvPr/>
          </p:nvSpPr>
          <p:spPr>
            <a:xfrm>
              <a:off x="131225" y="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8" name="Google Shape;1148;p36"/>
            <p:cNvGrpSpPr/>
            <p:nvPr/>
          </p:nvGrpSpPr>
          <p:grpSpPr>
            <a:xfrm flipH="1" rot="-2700000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49" name="Google Shape;1149;p3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3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3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3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3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3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3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37"/>
          <p:cNvSpPr txBox="1"/>
          <p:nvPr>
            <p:ph idx="1" type="subTitle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8" name="Google Shape;1158;p37"/>
          <p:cNvSpPr txBox="1"/>
          <p:nvPr>
            <p:ph idx="2" type="subTitle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9" name="Google Shape;1159;p37"/>
          <p:cNvSpPr txBox="1"/>
          <p:nvPr>
            <p:ph idx="3" type="subTitle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0" name="Google Shape;1160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1" name="Google Shape;1161;p37"/>
          <p:cNvSpPr txBox="1"/>
          <p:nvPr>
            <p:ph idx="4" type="subTitle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62" name="Google Shape;1162;p37"/>
          <p:cNvSpPr txBox="1"/>
          <p:nvPr>
            <p:ph idx="5" type="subTitle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63" name="Google Shape;1163;p37"/>
          <p:cNvSpPr txBox="1"/>
          <p:nvPr>
            <p:ph idx="6" type="subTitle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64" name="Google Shape;1164;p37"/>
          <p:cNvSpPr/>
          <p:nvPr>
            <p:ph idx="7" type="pic"/>
          </p:nvPr>
        </p:nvSpPr>
        <p:spPr>
          <a:xfrm>
            <a:off x="72000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65" name="Google Shape;1165;p37"/>
          <p:cNvSpPr/>
          <p:nvPr>
            <p:ph idx="8" type="pic"/>
          </p:nvPr>
        </p:nvSpPr>
        <p:spPr>
          <a:xfrm>
            <a:off x="3584475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66" name="Google Shape;1166;p37"/>
          <p:cNvSpPr/>
          <p:nvPr>
            <p:ph idx="9" type="pic"/>
          </p:nvPr>
        </p:nvSpPr>
        <p:spPr>
          <a:xfrm>
            <a:off x="644895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167" name="Google Shape;1167;p37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68" name="Google Shape;1168;p37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69" name="Google Shape;1169;p37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37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37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37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73" name="Google Shape;1173;p37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74" name="Google Shape;1174;p37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75" name="Google Shape;1175;p37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76" name="Google Shape;1176;p37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7" name="Google Shape;1177;p37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78" name="Google Shape;1178;p37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79" name="Google Shape;1179;p37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0" name="Google Shape;1180;p37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81" name="Google Shape;1181;p37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2" name="Google Shape;1182;p37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83" name="Google Shape;1183;p37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84" name="Google Shape;1184;p3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5" name="Google Shape;1185;p37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6" name="Google Shape;1186;p37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87" name="Google Shape;1187;p3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3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3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3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3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3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3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4" name="Google Shape;1194;p37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95" name="Google Shape;1195;p3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3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3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3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3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3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3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02" name="Google Shape;1202;p37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203" name="Google Shape;1203;p3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5" name="Google Shape;1205;p37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206" name="Google Shape;1206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07" name="Google Shape;1207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08" name="Google Shape;1208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1" name="Google Shape;1211;p38"/>
          <p:cNvSpPr txBox="1"/>
          <p:nvPr>
            <p:ph idx="1" type="subTitle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2" name="Google Shape;1212;p38"/>
          <p:cNvSpPr txBox="1"/>
          <p:nvPr>
            <p:ph idx="2" type="subTitle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3" name="Google Shape;1213;p38"/>
          <p:cNvSpPr txBox="1"/>
          <p:nvPr>
            <p:ph idx="3" type="subTitle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4" name="Google Shape;1214;p38"/>
          <p:cNvSpPr txBox="1"/>
          <p:nvPr>
            <p:ph idx="4" type="subTitle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5" name="Google Shape;1215;p38"/>
          <p:cNvSpPr txBox="1"/>
          <p:nvPr>
            <p:ph idx="5" type="subTitle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16" name="Google Shape;1216;p38"/>
          <p:cNvSpPr txBox="1"/>
          <p:nvPr>
            <p:ph idx="6" type="subTitle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17" name="Google Shape;1217;p38"/>
          <p:cNvSpPr txBox="1"/>
          <p:nvPr>
            <p:ph idx="7" type="subTitle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18" name="Google Shape;1218;p38"/>
          <p:cNvSpPr txBox="1"/>
          <p:nvPr>
            <p:ph idx="8" type="subTitle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219" name="Google Shape;1219;p38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220" name="Google Shape;1220;p3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21" name="Google Shape;1221;p38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222" name="Google Shape;1222;p38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38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24" name="Google Shape;1224;p38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25" name="Google Shape;1225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6" name="Google Shape;1226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27" name="Google Shape;1227;p38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28" name="Google Shape;1228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9" name="Google Shape;1229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30" name="Google Shape;1230;p38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231" name="Google Shape;1231;p38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2" name="Google Shape;1232;p38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33" name="Google Shape;1233;p38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234" name="Google Shape;1234;p38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5" name="Google Shape;1235;p38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grpSp>
        <p:nvGrpSpPr>
          <p:cNvPr id="1236" name="Google Shape;1236;p38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237" name="Google Shape;1237;p38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238" name="Google Shape;1238;p38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239" name="Google Shape;1239;p38"/>
                <p:cNvSpPr/>
                <p:nvPr/>
              </p:nvSpPr>
              <p:spPr>
                <a:xfrm flipH="1" rot="-8100000">
                  <a:off x="6536116" y="315063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0" name="Google Shape;1240;p38"/>
                <p:cNvSpPr/>
                <p:nvPr/>
              </p:nvSpPr>
              <p:spPr>
                <a:xfrm flipH="1" rot="-8100000">
                  <a:off x="7076657" y="1499343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1" name="Google Shape;1241;p38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2" name="Google Shape;1242;p38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43" name="Google Shape;1243;p38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44" name="Google Shape;1244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5" name="Google Shape;1245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46" name="Google Shape;1246;p38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47" name="Google Shape;1247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8" name="Google Shape;1248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49" name="Google Shape;1249;p38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50" name="Google Shape;1250;p38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1" name="Google Shape;1251;p38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pic>
          <p:nvPicPr>
            <p:cNvPr id="1252" name="Google Shape;1252;p3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3" name="Google Shape;1253;p38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54" name="Google Shape;1254;p38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55" name="Google Shape;1255;p3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3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7" name="Google Shape;1257;p38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58" name="Google Shape;1258;p3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3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2" name="Google Shape;1262;p39"/>
          <p:cNvSpPr txBox="1"/>
          <p:nvPr>
            <p:ph idx="1" type="subTitle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3" name="Google Shape;1263;p39"/>
          <p:cNvSpPr txBox="1"/>
          <p:nvPr>
            <p:ph idx="2" type="subTitle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4" name="Google Shape;1264;p39"/>
          <p:cNvSpPr txBox="1"/>
          <p:nvPr>
            <p:ph idx="3" type="subTitle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5" name="Google Shape;1265;p39"/>
          <p:cNvSpPr txBox="1"/>
          <p:nvPr>
            <p:ph idx="4" type="subTitle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6" name="Google Shape;1266;p39"/>
          <p:cNvSpPr txBox="1"/>
          <p:nvPr>
            <p:ph idx="5" type="subTitle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7" name="Google Shape;1267;p39"/>
          <p:cNvSpPr txBox="1"/>
          <p:nvPr>
            <p:ph idx="6" type="subTitle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8" name="Google Shape;1268;p39"/>
          <p:cNvSpPr txBox="1"/>
          <p:nvPr>
            <p:ph idx="7" type="subTitle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69" name="Google Shape;1269;p39"/>
          <p:cNvSpPr txBox="1"/>
          <p:nvPr>
            <p:ph idx="8" type="subTitle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70" name="Google Shape;1270;p39"/>
          <p:cNvSpPr txBox="1"/>
          <p:nvPr>
            <p:ph idx="9" type="subTitle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71" name="Google Shape;1271;p39"/>
          <p:cNvSpPr txBox="1"/>
          <p:nvPr>
            <p:ph idx="13" type="subTitle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72" name="Google Shape;1272;p39"/>
          <p:cNvSpPr txBox="1"/>
          <p:nvPr>
            <p:ph idx="14" type="subTitle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73" name="Google Shape;1273;p39"/>
          <p:cNvSpPr txBox="1"/>
          <p:nvPr>
            <p:ph idx="15" type="subTitle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274" name="Google Shape;1274;p39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275" name="Google Shape;1275;p3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76" name="Google Shape;1276;p39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277" name="Google Shape;1277;p39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39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39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0" name="Google Shape;1280;p39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281" name="Google Shape;1281;p39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39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83" name="Google Shape;1283;p39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1284" name="Google Shape;1284;p39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285" name="Google Shape;1285;p3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3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3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88" name="Google Shape;1288;p3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89" name="Google Shape;1289;p39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290" name="Google Shape;1290;p39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91" name="Google Shape;1291;p3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2" name="Google Shape;1292;p3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3" name="Google Shape;1293;p3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4" name="Google Shape;1294;p3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5" name="Google Shape;1295;p3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6" name="Google Shape;1296;p3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7" name="Google Shape;1297;p3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98" name="Google Shape;1298;p39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99" name="Google Shape;1299;p3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0" name="Google Shape;1300;p3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1" name="Google Shape;1301;p3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2" name="Google Shape;1302;p3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3" name="Google Shape;1303;p3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4" name="Google Shape;1304;p3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5" name="Google Shape;1305;p3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306" name="Google Shape;1306;p39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307" name="Google Shape;1307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08" name="Google Shape;1308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09" name="Google Shape;1309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40"/>
          <p:cNvSpPr txBox="1"/>
          <p:nvPr>
            <p:ph hasCustomPrompt="1"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2" name="Google Shape;1312;p40"/>
          <p:cNvSpPr txBox="1"/>
          <p:nvPr>
            <p:ph idx="1" type="subTitle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13" name="Google Shape;1313;p40"/>
          <p:cNvSpPr txBox="1"/>
          <p:nvPr>
            <p:ph hasCustomPrompt="1" idx="2" type="title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4" name="Google Shape;1314;p40"/>
          <p:cNvSpPr txBox="1"/>
          <p:nvPr>
            <p:ph idx="3" type="subTitle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15" name="Google Shape;1315;p40"/>
          <p:cNvSpPr txBox="1"/>
          <p:nvPr>
            <p:ph hasCustomPrompt="1" idx="4" type="title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6" name="Google Shape;1316;p40"/>
          <p:cNvSpPr txBox="1"/>
          <p:nvPr>
            <p:ph idx="5" type="subTitle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17" name="Google Shape;1317;p40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8" name="Google Shape;1318;p40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1319" name="Google Shape;1319;p4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4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1" name="Google Shape;1321;p40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1322" name="Google Shape;1322;p40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23" name="Google Shape;1323;p40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4" name="Google Shape;1324;p40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41"/>
          <p:cNvSpPr txBox="1"/>
          <p:nvPr>
            <p:ph idx="1" type="subTitle"/>
          </p:nvPr>
        </p:nvSpPr>
        <p:spPr>
          <a:xfrm>
            <a:off x="1157250" y="1609575"/>
            <a:ext cx="4448100" cy="1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7" name="Google Shape;1327;p41"/>
          <p:cNvSpPr txBox="1"/>
          <p:nvPr>
            <p:ph type="title"/>
          </p:nvPr>
        </p:nvSpPr>
        <p:spPr>
          <a:xfrm>
            <a:off x="1157302" y="494775"/>
            <a:ext cx="5126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28" name="Google Shape;1328;p41"/>
          <p:cNvGrpSpPr/>
          <p:nvPr/>
        </p:nvGrpSpPr>
        <p:grpSpPr>
          <a:xfrm>
            <a:off x="-291585" y="-494819"/>
            <a:ext cx="1448824" cy="2238804"/>
            <a:chOff x="-308635" y="-494819"/>
            <a:chExt cx="1448824" cy="2238804"/>
          </a:xfrm>
        </p:grpSpPr>
        <p:grpSp>
          <p:nvGrpSpPr>
            <p:cNvPr id="1329" name="Google Shape;1329;p41"/>
            <p:cNvGrpSpPr/>
            <p:nvPr/>
          </p:nvGrpSpPr>
          <p:grpSpPr>
            <a:xfrm>
              <a:off x="-275757" y="-242066"/>
              <a:ext cx="981772" cy="1986051"/>
              <a:chOff x="-293545" y="3454371"/>
              <a:chExt cx="981772" cy="1986051"/>
            </a:xfrm>
          </p:grpSpPr>
          <p:sp>
            <p:nvSpPr>
              <p:cNvPr id="1330" name="Google Shape;1330;p41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41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32" name="Google Shape;1332;p41"/>
            <p:cNvGrpSpPr/>
            <p:nvPr/>
          </p:nvGrpSpPr>
          <p:grpSpPr>
            <a:xfrm>
              <a:off x="364499" y="794648"/>
              <a:ext cx="699940" cy="478601"/>
              <a:chOff x="39722" y="4349021"/>
              <a:chExt cx="1061964" cy="726143"/>
            </a:xfrm>
          </p:grpSpPr>
          <p:grpSp>
            <p:nvGrpSpPr>
              <p:cNvPr id="1333" name="Google Shape;1333;p4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34" name="Google Shape;1334;p4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35" name="Google Shape;1335;p4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36" name="Google Shape;1336;p4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7" name="Google Shape;1337;p4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8" name="Google Shape;1338;p4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9" name="Google Shape;1339;p4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0" name="Google Shape;1340;p4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41" name="Google Shape;1341;p4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2" name="Google Shape;1342;p41"/>
            <p:cNvGrpSpPr/>
            <p:nvPr/>
          </p:nvGrpSpPr>
          <p:grpSpPr>
            <a:xfrm rot="-5400000">
              <a:off x="-460623" y="-342832"/>
              <a:ext cx="1351491" cy="1047516"/>
              <a:chOff x="-2460210" y="2758493"/>
              <a:chExt cx="1351491" cy="1047516"/>
            </a:xfrm>
          </p:grpSpPr>
          <p:sp>
            <p:nvSpPr>
              <p:cNvPr id="1343" name="Google Shape;1343;p41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41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41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41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7" name="Google Shape;1347;p41"/>
            <p:cNvGrpSpPr/>
            <p:nvPr/>
          </p:nvGrpSpPr>
          <p:grpSpPr>
            <a:xfrm>
              <a:off x="440249" y="455173"/>
              <a:ext cx="699940" cy="478601"/>
              <a:chOff x="39722" y="4349021"/>
              <a:chExt cx="1061964" cy="726143"/>
            </a:xfrm>
          </p:grpSpPr>
          <p:grpSp>
            <p:nvGrpSpPr>
              <p:cNvPr id="1348" name="Google Shape;1348;p4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49" name="Google Shape;1349;p4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50" name="Google Shape;1350;p4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51" name="Google Shape;1351;p4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2" name="Google Shape;1352;p4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3" name="Google Shape;1353;p4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4" name="Google Shape;1354;p4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5" name="Google Shape;1355;p4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56" name="Google Shape;1356;p4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57" name="Google Shape;1357;p41"/>
            <p:cNvGrpSpPr/>
            <p:nvPr/>
          </p:nvGrpSpPr>
          <p:grpSpPr>
            <a:xfrm>
              <a:off x="-63826" y="511661"/>
              <a:ext cx="699940" cy="478601"/>
              <a:chOff x="39722" y="4349021"/>
              <a:chExt cx="1061964" cy="726143"/>
            </a:xfrm>
          </p:grpSpPr>
          <p:grpSp>
            <p:nvGrpSpPr>
              <p:cNvPr id="1358" name="Google Shape;1358;p4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59" name="Google Shape;1359;p4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60" name="Google Shape;1360;p4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61" name="Google Shape;1361;p4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2" name="Google Shape;1362;p4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3" name="Google Shape;1363;p4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4" name="Google Shape;1364;p4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5" name="Google Shape;1365;p4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66" name="Google Shape;1366;p4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67" name="Google Shape;1367;p41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1368" name="Google Shape;1368;p4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69" name="Google Shape;1369;p41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1370" name="Google Shape;1370;p41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41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41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41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4" name="Google Shape;1374;p41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1375" name="Google Shape;1375;p41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76" name="Google Shape;1376;p41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1377" name="Google Shape;1377;p4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8" name="Google Shape;1378;p4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79" name="Google Shape;1379;p41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80" name="Google Shape;1380;p4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1" name="Google Shape;1381;p4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382" name="Google Shape;1382;p41"/>
          <p:cNvSpPr txBox="1"/>
          <p:nvPr/>
        </p:nvSpPr>
        <p:spPr>
          <a:xfrm>
            <a:off x="1157300" y="34769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4" name="Google Shape;1384;p42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85" name="Google Shape;1385;p42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86" name="Google Shape;1386;p42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42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42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42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0" name="Google Shape;1390;p42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91" name="Google Shape;1391;p42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92" name="Google Shape;1392;p42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93" name="Google Shape;1393;p42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4" name="Google Shape;1394;p42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95" name="Google Shape;1395;p42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96" name="Google Shape;1396;p42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7" name="Google Shape;1397;p42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398" name="Google Shape;1398;p42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9" name="Google Shape;1399;p42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400" name="Google Shape;1400;p42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01" name="Google Shape;1401;p4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2" name="Google Shape;1402;p42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03" name="Google Shape;1403;p42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404" name="Google Shape;1404;p4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4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4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4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4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4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4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42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412" name="Google Shape;1412;p4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4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4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4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4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4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4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19" name="Google Shape;1419;p42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420" name="Google Shape;1420;p42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42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2"/>
        </a:solidFill>
      </p:bgPr>
    </p:bg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3" name="Google Shape;1423;p43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424" name="Google Shape;1424;p4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25" name="Google Shape;1425;p43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426" name="Google Shape;1426;p43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27" name="Google Shape;1427;p43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428" name="Google Shape;1428;p4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29" name="Google Shape;1429;p4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430" name="Google Shape;1430;p43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431" name="Google Shape;1431;p43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43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3" name="Google Shape;1433;p43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434" name="Google Shape;1434;p4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5" name="Google Shape;1435;p43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6" name="Google Shape;1436;p43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437" name="Google Shape;1437;p43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38" name="Google Shape;1438;p4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9" name="Google Shape;1439;p4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0" name="Google Shape;1440;p4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1" name="Google Shape;1441;p4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2" name="Google Shape;1442;p4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3" name="Google Shape;1443;p4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4" name="Google Shape;1444;p4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45" name="Google Shape;1445;p43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46" name="Google Shape;1446;p4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7" name="Google Shape;1447;p4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8" name="Google Shape;1448;p4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9" name="Google Shape;1449;p4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0" name="Google Shape;1450;p4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1" name="Google Shape;1451;p4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2" name="Google Shape;1452;p4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53" name="Google Shape;1453;p43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54" name="Google Shape;1454;p4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5" name="Google Shape;1455;p4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6" name="Google Shape;1456;p4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7" name="Google Shape;1457;p4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8" name="Google Shape;1458;p4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9" name="Google Shape;1459;p4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0" name="Google Shape;1460;p4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61" name="Google Shape;1461;p43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62" name="Google Shape;1462;p4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63" name="Google Shape;1463;p4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64" name="Google Shape;1464;p4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kicad.org/download" TargetMode="External"/><Relationship Id="rId4" Type="http://schemas.openxmlformats.org/officeDocument/2006/relationships/image" Target="../media/image3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gif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psuieee/business-cards" TargetMode="External"/><Relationship Id="rId4" Type="http://schemas.openxmlformats.org/officeDocument/2006/relationships/image" Target="../media/image10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44"/>
          <p:cNvSpPr txBox="1"/>
          <p:nvPr>
            <p:ph idx="1" type="subTitle"/>
          </p:nvPr>
        </p:nvSpPr>
        <p:spPr>
          <a:xfrm>
            <a:off x="1096850" y="3456250"/>
            <a:ext cx="4882500" cy="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IEEE Penn State - Projects Committee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FA26</a:t>
            </a:r>
            <a:endParaRPr/>
          </a:p>
        </p:txBody>
      </p:sp>
      <p:sp>
        <p:nvSpPr>
          <p:cNvPr id="1470" name="Google Shape;1470;p44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Business Cards - 1</a:t>
            </a:r>
            <a:endParaRPr sz="4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Schematic</a:t>
            </a:r>
            <a:endParaRPr sz="4100"/>
          </a:p>
        </p:txBody>
      </p:sp>
      <p:grpSp>
        <p:nvGrpSpPr>
          <p:cNvPr id="1471" name="Google Shape;1471;p44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72" name="Google Shape;1472;p44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73" name="Google Shape;1473;p44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74" name="Google Shape;1474;p44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44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76" name="Google Shape;1476;p44"/>
          <p:cNvGrpSpPr/>
          <p:nvPr/>
        </p:nvGrpSpPr>
        <p:grpSpPr>
          <a:xfrm>
            <a:off x="8017401" y="-313900"/>
            <a:ext cx="134100" cy="1891393"/>
            <a:chOff x="8017401" y="-313900"/>
            <a:chExt cx="134100" cy="1891393"/>
          </a:xfrm>
        </p:grpSpPr>
        <p:sp>
          <p:nvSpPr>
            <p:cNvPr id="1477" name="Google Shape;1477;p44"/>
            <p:cNvSpPr/>
            <p:nvPr/>
          </p:nvSpPr>
          <p:spPr>
            <a:xfrm rot="5400000">
              <a:off x="8017401" y="1443393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78" name="Google Shape;1478;p44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9" name="Google Shape;1479;p44"/>
            <p:cNvSpPr/>
            <p:nvPr/>
          </p:nvSpPr>
          <p:spPr>
            <a:xfrm rot="5400000">
              <a:off x="8047559" y="1473505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0" name="Google Shape;1480;p44"/>
          <p:cNvGrpSpPr/>
          <p:nvPr/>
        </p:nvGrpSpPr>
        <p:grpSpPr>
          <a:xfrm>
            <a:off x="6332089" y="957475"/>
            <a:ext cx="3504715" cy="5119205"/>
            <a:chOff x="6309526" y="836950"/>
            <a:chExt cx="3504715" cy="5119205"/>
          </a:xfrm>
        </p:grpSpPr>
        <p:sp>
          <p:nvSpPr>
            <p:cNvPr id="1481" name="Google Shape;1481;p44"/>
            <p:cNvSpPr/>
            <p:nvPr/>
          </p:nvSpPr>
          <p:spPr>
            <a:xfrm>
              <a:off x="6309526" y="8369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82" name="Google Shape;1482;p44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83" name="Google Shape;1483;p4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4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5" name="Google Shape;1485;p44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86" name="Google Shape;1486;p4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4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8" name="Google Shape;1488;p44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89" name="Google Shape;1489;p4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4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91" name="Google Shape;1491;p44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 Form</a:t>
            </a:r>
            <a:endParaRPr/>
          </a:p>
        </p:txBody>
      </p:sp>
      <p:pic>
        <p:nvPicPr>
          <p:cNvPr id="1497" name="Google Shape;149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2863" y="1178275"/>
            <a:ext cx="3738275" cy="37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setup with KiCAD</a:t>
            </a:r>
            <a:endParaRPr/>
          </a:p>
        </p:txBody>
      </p:sp>
      <p:sp>
        <p:nvSpPr>
          <p:cNvPr id="1503" name="Google Shape;1503;p46"/>
          <p:cNvSpPr txBox="1"/>
          <p:nvPr/>
        </p:nvSpPr>
        <p:spPr>
          <a:xfrm>
            <a:off x="777150" y="1474475"/>
            <a:ext cx="4423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Please open your browser and navigate to: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https://kicad.org/download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Don’t hesitate to raise your hand if you need help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a phone screen that says kicad is calling decline accept (Provided by Tenor)" id="1504" name="Google Shape;150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2775" y="1017725"/>
            <a:ext cx="2010173" cy="392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9" name="Google Shape;150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0738"/>
            <a:ext cx="8839204" cy="4562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yscale photography, cat, moody, angry, close up, black and ..." id="1510" name="Google Shape;1510;p47"/>
          <p:cNvPicPr preferRelativeResize="0"/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>
            <a:off x="3332375" y="3050250"/>
            <a:ext cx="2373326" cy="119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" name="Google Shape;1515;p48" title="Screenshot 2026-09-24 at 4.46.4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638" y="152400"/>
            <a:ext cx="8654725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48"/>
          <p:cNvSpPr/>
          <p:nvPr/>
        </p:nvSpPr>
        <p:spPr>
          <a:xfrm>
            <a:off x="561975" y="3933825"/>
            <a:ext cx="6896100" cy="504900"/>
          </a:xfrm>
          <a:prstGeom prst="rect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7" name="Google Shape;1517;p48"/>
          <p:cNvSpPr/>
          <p:nvPr/>
        </p:nvSpPr>
        <p:spPr>
          <a:xfrm>
            <a:off x="3609975" y="2009775"/>
            <a:ext cx="828600" cy="1638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18" name="Google Shape;151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5475" y="110950"/>
            <a:ext cx="1537600" cy="1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the Installer</a:t>
            </a:r>
            <a:endParaRPr/>
          </a:p>
        </p:txBody>
      </p:sp>
      <p:pic>
        <p:nvPicPr>
          <p:cNvPr descr="a white rabbit is holding a pocket watch with roman numerals on the face (Provided by Tenor)" id="1524" name="Google Shape;152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1163" y="1084400"/>
            <a:ext cx="2785168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49"/>
          <p:cNvSpPr txBox="1"/>
          <p:nvPr/>
        </p:nvSpPr>
        <p:spPr>
          <a:xfrm>
            <a:off x="952250" y="4743300"/>
            <a:ext cx="427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Please raise your hand if you need any help!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26" name="Google Shape;152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00" y="1350964"/>
            <a:ext cx="4404347" cy="328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50"/>
          <p:cNvSpPr txBox="1"/>
          <p:nvPr>
            <p:ph idx="4294967295" type="title"/>
          </p:nvPr>
        </p:nvSpPr>
        <p:spPr>
          <a:xfrm>
            <a:off x="951688" y="8355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workflow overview</a:t>
            </a:r>
            <a:endParaRPr/>
          </a:p>
        </p:txBody>
      </p:sp>
      <p:pic>
        <p:nvPicPr>
          <p:cNvPr id="1532" name="Google Shape;153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413" y="2044900"/>
            <a:ext cx="3087325" cy="203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533" name="Google Shape;1533;p50"/>
          <p:cNvSpPr/>
          <p:nvPr/>
        </p:nvSpPr>
        <p:spPr>
          <a:xfrm>
            <a:off x="716913" y="2043925"/>
            <a:ext cx="3087300" cy="2033700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34" name="Google Shape;1534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5711" y="1499750"/>
            <a:ext cx="2126226" cy="312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5" name="Google Shape;1535;p50"/>
          <p:cNvSpPr/>
          <p:nvPr/>
        </p:nvSpPr>
        <p:spPr>
          <a:xfrm>
            <a:off x="4122563" y="2798725"/>
            <a:ext cx="1015500" cy="40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6" name="Google Shape;1536;p50"/>
          <p:cNvSpPr/>
          <p:nvPr/>
        </p:nvSpPr>
        <p:spPr>
          <a:xfrm>
            <a:off x="5355713" y="1499750"/>
            <a:ext cx="2126100" cy="3122100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Template Project</a:t>
            </a:r>
            <a:endParaRPr/>
          </a:p>
        </p:txBody>
      </p:sp>
      <p:sp>
        <p:nvSpPr>
          <p:cNvPr id="1542" name="Google Shape;1542;p51"/>
          <p:cNvSpPr txBox="1"/>
          <p:nvPr>
            <p:ph idx="1" type="body"/>
          </p:nvPr>
        </p:nvSpPr>
        <p:spPr>
          <a:xfrm>
            <a:off x="720000" y="1154839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>
                <a:solidFill>
                  <a:srgbClr val="000000"/>
                </a:solidFill>
              </a:rPr>
              <a:t>Open </a:t>
            </a:r>
            <a:r>
              <a:rPr i="1" lang="en" u="sng">
                <a:solidFill>
                  <a:schemeClr val="hlink"/>
                </a:solidFill>
                <a:hlinkClick r:id="rId3"/>
              </a:rPr>
              <a:t>https://github.com/psuieee/business-cards</a:t>
            </a:r>
            <a:endParaRPr i="1" u="sng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>
                <a:solidFill>
                  <a:srgbClr val="000000"/>
                </a:solidFill>
              </a:rPr>
              <a:t>Click on the </a:t>
            </a:r>
            <a:r>
              <a:rPr i="1" lang="en">
                <a:solidFill>
                  <a:srgbClr val="000000"/>
                </a:solidFill>
              </a:rPr>
              <a:t>Template Project</a:t>
            </a:r>
            <a:r>
              <a:rPr lang="en">
                <a:solidFill>
                  <a:srgbClr val="000000"/>
                </a:solidFill>
              </a:rPr>
              <a:t> link under “Resources”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543" name="Google Shape;1543;p51" title="cat (1)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1375" y="1867090"/>
            <a:ext cx="5201250" cy="29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SWV Configuration</a:t>
            </a:r>
            <a:endParaRPr/>
          </a:p>
        </p:txBody>
      </p:sp>
      <p:sp>
        <p:nvSpPr>
          <p:cNvPr id="1549" name="Google Shape;1549;p52"/>
          <p:cNvSpPr txBox="1"/>
          <p:nvPr>
            <p:ph idx="1" type="body"/>
          </p:nvPr>
        </p:nvSpPr>
        <p:spPr>
          <a:xfrm>
            <a:off x="720000" y="1154839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 red circle to start listening!</a:t>
            </a:r>
            <a:endParaRPr/>
          </a:p>
        </p:txBody>
      </p:sp>
      <p:pic>
        <p:nvPicPr>
          <p:cNvPr id="1550" name="Google Shape;1550;p52" title="Screenshot 2026-09-24 at 5.33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500" y="0"/>
            <a:ext cx="760499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5" name="Google Shape;155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349" y="185938"/>
            <a:ext cx="4039298" cy="4771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