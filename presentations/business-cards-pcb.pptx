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Source Code Pro"/>
      <p:regular r:id="rId23"/>
      <p:bold r:id="rId24"/>
      <p:italic r:id="rId25"/>
      <p:boldItalic r:id="rId26"/>
    </p:embeddedFont>
    <p:embeddedFont>
      <p:font typeface="PT Sans"/>
      <p:regular r:id="rId27"/>
      <p:bold r:id="rId28"/>
      <p:italic r:id="rId29"/>
      <p:boldItalic r:id="rId30"/>
    </p:embeddedFont>
    <p:embeddedFont>
      <p:font typeface="IBM Plex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D1FA24-6A8E-47F0-9AE9-05AD2F92A99C}">
  <a:tblStyle styleId="{EAD1FA24-6A8E-47F0-9AE9-05AD2F92A9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SourceCodePro-bold.fntdata"/><Relationship Id="rId23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ourceCodePro-boldItalic.fntdata"/><Relationship Id="rId25" Type="http://schemas.openxmlformats.org/officeDocument/2006/relationships/font" Target="fonts/SourceCodePro-italic.fntdata"/><Relationship Id="rId28" Type="http://schemas.openxmlformats.org/officeDocument/2006/relationships/font" Target="fonts/PTSans-bold.fntdata"/><Relationship Id="rId27" Type="http://schemas.openxmlformats.org/officeDocument/2006/relationships/font" Target="fonts/PT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TSans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BMPlexMono-regular.fntdata"/><Relationship Id="rId30" Type="http://schemas.openxmlformats.org/officeDocument/2006/relationships/font" Target="fonts/PTSans-boldItalic.fntdata"/><Relationship Id="rId11" Type="http://schemas.openxmlformats.org/officeDocument/2006/relationships/slide" Target="slides/slide4.xml"/><Relationship Id="rId33" Type="http://schemas.openxmlformats.org/officeDocument/2006/relationships/font" Target="fonts/IBMPlexMono-italic.fntdata"/><Relationship Id="rId10" Type="http://schemas.openxmlformats.org/officeDocument/2006/relationships/slide" Target="slides/slide3.xml"/><Relationship Id="rId32" Type="http://schemas.openxmlformats.org/officeDocument/2006/relationships/font" Target="fonts/IBMPlexMono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IBMPlexMono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Poppins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ca32789bcd_0_1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3ca32789bcd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h4f9b881a244bbfce_18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h4f9b881a244bbfce_1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h1b0c875968f3bb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h1b0c875968f3bb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h3fd9e108577c7a5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h3fd9e108577c7a5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h1b0c875968f3bb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h1b0c875968f3bb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h3fd9e108577c7a5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h3fd9e108577c7a5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h741d95b642f4137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h741d95b642f4137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h741d95b642f4137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h741d95b642f4137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h741d95b642f413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h741d95b642f413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h741d95b642f413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h741d95b642f413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ha3fa0807b7ae0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ha3fa0807b7ae0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55" name="Google Shape;55;p14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56" name="Google Shape;56;p1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7" name="Google Shape;57;p14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" name="Google Shape;58;p14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" name="Google Shape;61;p14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" name="Google Shape;63;p14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" name="Google Shape;66;p14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" name="Google Shape;69;p14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70" name="Google Shape;70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14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73" name="Google Shape;73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14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76" name="Google Shape;76;p1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" name="Google Shape;82;p14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83" name="Google Shape;83;p1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1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1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14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" name="Google Shape;91;p14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14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96" name="Google Shape;96;p1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" name="Google Shape;99;p1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01" name="Google Shape;101;p14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103" name="Google Shape;103;p14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14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106" name="Google Shape;106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7" name="Google Shape;107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8" name="Google Shape;108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9" name="Google Shape;109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4" name="Google Shape;114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" name="Google Shape;115;p14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116" name="Google Shape;116;p14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" name="Google Shape;120;p14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121" name="Google Shape;12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2" name="Google Shape;12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" name="Google Shape;12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4" name="Google Shape;12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" name="Google Shape;12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14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131" name="Google Shape;131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2" name="Google Shape;132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" name="Google Shape;133;p1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4" name="Google Shape;134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" name="Google Shape;136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7" name="Google Shape;137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8" name="Google Shape;138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9" name="Google Shape;139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15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4" name="Google Shape;144;p15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45" name="Google Shape;145;p1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46" name="Google Shape;146;p1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49" name="Google Shape;149;p1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" name="Google Shape;151;p1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52" name="Google Shape;15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3" name="Google Shape;15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54" name="Google Shape;15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55" name="Google Shape;15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60" name="Google Shape;16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62" name="Google Shape;16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3" name="Google Shape;16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64" name="Google Shape;16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65" name="Google Shape;16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70" name="Google Shape;17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72" name="Google Shape;172;p1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73" name="Google Shape;173;p1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74" name="Google Shape;174;p1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75" name="Google Shape;175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80" name="Google Shape;180;p1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1" name="Google Shape;181;p1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82" name="Google Shape;182;p1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6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88" name="Google Shape;188;p16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89" name="Google Shape;189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16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91" name="Google Shape;191;p16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6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3" name="Google Shape;193;p16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16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6" name="Google Shape;196;p16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97" name="Google Shape;197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9" name="Google Shape;199;p16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0" name="Google Shape;200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2" name="Google Shape;202;p16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203" name="Google Shape;203;p1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1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205" name="Google Shape;205;p16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206" name="Google Shape;206;p16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209" name="Google Shape;209;p16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10" name="Google Shape;210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" name="Google Shape;213;p16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16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6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2" name="Google Shape;222;p17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" name="Google Shape;223;p17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224" name="Google Shape;224;p17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225" name="Google Shape;225;p17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226" name="Google Shape;226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7" name="Google Shape;227;p17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228" name="Google Shape;228;p1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1" name="Google Shape;231;p17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232" name="Google Shape;232;p17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233" name="Google Shape;233;p17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234" name="Google Shape;234;p17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17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17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7" name="Google Shape;237;p17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238" name="Google Shape;238;p17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239" name="Google Shape;239;p17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0" name="Google Shape;240;p17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41" name="Google Shape;241;p17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42" name="Google Shape;242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43" name="Google Shape;243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44" name="Google Shape;244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45" name="Google Shape;245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6" name="Google Shape;246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7" name="Google Shape;247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8" name="Google Shape;248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49" name="Google Shape;249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50" name="Google Shape;250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1" name="Google Shape;251;p17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52" name="Google Shape;252;p17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17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17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17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56" name="Google Shape;256;p17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57" name="Google Shape;25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58" name="Google Shape;25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59" name="Google Shape;25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60" name="Google Shape;26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1" name="Google Shape;26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2" name="Google Shape;26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3" name="Google Shape;26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64" name="Google Shape;26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65" name="Google Shape;26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66" name="Google Shape;266;p17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67" name="Google Shape;267;p17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68" name="Google Shape;268;p17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69" name="Google Shape;269;p17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70" name="Google Shape;270;p17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1" name="Google Shape;271;p17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2" name="Google Shape;272;p17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3" name="Google Shape;273;p17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74" name="Google Shape;274;p17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7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75" name="Google Shape;275;p17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76" name="Google Shape;276;p17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77" name="Google Shape;27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9" name="Google Shape;279;p17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80" name="Google Shape;280;p17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81" name="Google Shape;281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3" name="Google Shape;283;p17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17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85" name="Google Shape;285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6" name="Google Shape;286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7" name="Google Shape;287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8" name="Google Shape;288;p17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89" name="Google Shape;289;p17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90" name="Google Shape;290;p17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7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2" name="Google Shape;292;p17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93" name="Google Shape;293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4" name="Google Shape;294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5" name="Google Shape;295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18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98" name="Google Shape;298;p18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9" name="Google Shape;299;p18"/>
            <p:cNvPicPr preferRelativeResize="0"/>
            <p:nvPr/>
          </p:nvPicPr>
          <p:blipFill rotWithShape="1">
            <a:blip r:embed="rId2">
              <a:alphaModFix/>
            </a:blip>
            <a:srcRect b="17664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1" name="Google Shape;301;p18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302" name="Google Shape;302;p18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303" name="Google Shape;303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" name="Google Shape;305;p18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306" name="Google Shape;306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7" name="Google Shape;307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8" name="Google Shape;308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9" name="Google Shape;309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14" name="Google Shape;314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5" name="Google Shape;315;p18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316" name="Google Shape;316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18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321" name="Google Shape;32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2" name="Google Shape;32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3" name="Google Shape;32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4" name="Google Shape;32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5" name="Google Shape;32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6" name="Google Shape;32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7" name="Google Shape;32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8" name="Google Shape;32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9" name="Google Shape;32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8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331" name="Google Shape;331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2" name="Google Shape;332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33" name="Google Shape;333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34" name="Google Shape;334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5" name="Google Shape;335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6" name="Google Shape;336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7" name="Google Shape;337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8" name="Google Shape;338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9" name="Google Shape;339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0" name="Google Shape;340;p18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341" name="Google Shape;341;p18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342" name="Google Shape;342;p18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18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45" name="Google Shape;345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47" name="Google Shape;347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48" name="Google Shape;348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53" name="Google Shape;353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" name="Google Shape;354;p18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55" name="Google Shape;355;p18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9" name="Google Shape;359;p18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60" name="Google Shape;36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1" name="Google Shape;36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62" name="Google Shape;36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63" name="Google Shape;36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68" name="Google Shape;36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9" name="Google Shape;369;p18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70" name="Google Shape;370;p1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1" name="Google Shape;371;p1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72" name="Google Shape;372;p18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73" name="Google Shape;373;p1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4" name="Google Shape;374;p1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5" name="Google Shape;375;p1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6" name="Google Shape;376;p1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7" name="Google Shape;377;p1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78" name="Google Shape;378;p1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81" name="Google Shape;381;p1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2" name="Google Shape;382;p1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85" name="Google Shape;3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86" name="Google Shape;386;p19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87" name="Google Shape;387;p19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19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90" name="Google Shape;390;p19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2" name="Google Shape;392;p19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93" name="Google Shape;393;p1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1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5" name="Google Shape;395;p1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6" name="Google Shape;396;p19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97" name="Google Shape;397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19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9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9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9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9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19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6" name="Google Shape;406;p19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11" name="Google Shape;411;p20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412" name="Google Shape;412;p20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413" name="Google Shape;413;p20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5" name="Google Shape;415;p20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0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7" name="Google Shape;417;p20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21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23" name="Google Shape;423;p21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24" name="Google Shape;424;p21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425" name="Google Shape;425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6" name="Google Shape;426;p21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427" name="Google Shape;427;p21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8" name="Google Shape;428;p21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29" name="Google Shape;429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1" name="Google Shape;431;p21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432" name="Google Shape;432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34" name="Google Shape;434;p21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435" name="Google Shape;435;p21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21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37" name="Google Shape;437;p21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3" name="Google Shape;443;p21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4" name="Google Shape;444;p21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45" name="Google Shape;445;p2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2" name="Google Shape;452;p21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53" name="Google Shape;453;p21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4" name="Google Shape;454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5" name="Google Shape;455;p21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56" name="Google Shape;456;p2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9" name="Google Shape;459;p21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60" name="Google Shape;460;p2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3" name="Google Shape;463;p21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21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66" name="Google Shape;466;p21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7" name="Google Shape;467;p21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8" name="Google Shape;468;p21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22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23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75" name="Google Shape;475;p23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76" name="Google Shape;476;p23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77" name="Google Shape;477;p23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3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79" name="Google Shape;479;p23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0" name="Google Shape;480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7" name="Google Shape;487;p23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88" name="Google Shape;488;p2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2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2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2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2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2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95" name="Google Shape;495;p23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96" name="Google Shape;496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8" name="Google Shape;498;p23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99" name="Google Shape;499;p23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500" name="Google Shape;500;p23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01" name="Google Shape;501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02" name="Google Shape;502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07" name="Google Shape;507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8" name="Google Shape;508;p23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09" name="Google Shape;509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0" name="Google Shape;510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15" name="Google Shape;515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6" name="Google Shape;516;p23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17" name="Google Shape;517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18" name="Google Shape;518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3" name="Google Shape;523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24" name="Google Shape;524;p23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25" name="Google Shape;525;p23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26" name="Google Shape;526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7" name="Google Shape;52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8" name="Google Shape;528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9" name="Google Shape;529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30" name="Google Shape;530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31" name="Google Shape;531;p23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32" name="Google Shape;532;p23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533" name="Google Shape;533;p23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34" name="Google Shape;534;p23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5" name="Google Shape;535;p23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536" name="Google Shape;536;p23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1" name="Google Shape;541;p25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25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25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25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25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6" name="Google Shape;546;p25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7" name="Google Shape;547;p25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8" name="Google Shape;548;p25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49" name="Google Shape;549;p25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0" name="Google Shape;550;p25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51" name="Google Shape;551;p25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52" name="Google Shape;552;p25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53" name="Google Shape;553;p25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54" name="Google Shape;554;p25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5" name="Google Shape;555;p25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56" name="Google Shape;556;p25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5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5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5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5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5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3" name="Google Shape;563;p25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64" name="Google Shape;56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5" name="Google Shape;56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66" name="Google Shape;56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68" name="Google Shape;568;p25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69" name="Google Shape;569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0" name="Google Shape;570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1" name="Google Shape;57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73" name="Google Shape;573;p25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74" name="Google Shape;574;p25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5" name="Google Shape;575;p25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76" name="Google Shape;576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78" name="Google Shape;578;p25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79" name="Google Shape;579;p25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80" name="Google Shape;580;p2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3" name="Google Shape;583;p25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5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5" name="Google Shape;585;p25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86" name="Google Shape;586;p25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7" name="Google Shape;587;p25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8" name="Google Shape;588;p25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6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1" name="Google Shape;591;p26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4" name="Google Shape;594;p27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95" name="Google Shape;595;p2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27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98" name="Google Shape;598;p27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9" name="Google Shape;599;p27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600" name="Google Shape;600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7" name="Google Shape;607;p27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608" name="Google Shape;608;p2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7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27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620" name="Google Shape;620;p27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621" name="Google Shape;621;p27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622" name="Google Shape;622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23" name="Google Shape;623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4" name="Google Shape;624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5" name="Google Shape;625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6" name="Google Shape;626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7" name="Google Shape;627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28" name="Google Shape;628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29" name="Google Shape;629;p27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0" name="Google Shape;630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3" name="Google Shape;633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36" name="Google Shape;636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7" name="Google Shape;637;p27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38" name="Google Shape;638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39" name="Google Shape;639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0" name="Google Shape;640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1" name="Google Shape;641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2" name="Google Shape;642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3" name="Google Shape;643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44" name="Google Shape;644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5" name="Google Shape;645;p27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46" name="Google Shape;646;p27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7" name="Google Shape;647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8" name="Google Shape;648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9" name="Google Shape;64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53" name="Google Shape;653;p27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54" name="Google Shape;654;p27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55" name="Google Shape;655;p27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6" name="Google Shape;656;p27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7" name="Google Shape;657;p27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58" name="Google Shape;658;p27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62" name="Google Shape;662;p28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63" name="Google Shape;663;p28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64" name="Google Shape;664;p2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7" name="Google Shape;667;p28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68" name="Google Shape;668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9" name="Google Shape;669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0" name="Google Shape;670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72" name="Google Shape;672;p28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28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75" name="Google Shape;67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6" name="Google Shape;676;p28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77" name="Google Shape;677;p2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8" name="Google Shape;678;p2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79" name="Google Shape;679;p2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2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81" name="Google Shape;681;p28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82" name="Google Shape;682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8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85" name="Google Shape;685;p2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28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7" name="Google Shape;687;p28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88" name="Google Shape;688;p28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89" name="Google Shape;689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96" name="Google Shape;696;p28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97" name="Google Shape;697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4" name="Google Shape;704;p28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705" name="Google Shape;705;p2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2" name="Google Shape;712;p28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713" name="Google Shape;713;p2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4" name="Google Shape;714;p2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5" name="Google Shape;715;p2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18" name="Google Shape;718;p29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719" name="Google Shape;719;p29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720" name="Google Shape;720;p29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1" name="Google Shape;721;p29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722" name="Google Shape;722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9" name="Google Shape;729;p29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730" name="Google Shape;730;p29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29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9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29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29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9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29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37" name="Google Shape;737;p29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8" name="Google Shape;738;p29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739" name="Google Shape;739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1" name="Google Shape;741;p29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742" name="Google Shape;742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4" name="Google Shape;744;p29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45" name="Google Shape;745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6" name="Google Shape;746;p29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47" name="Google Shape;747;p29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48" name="Google Shape;748;p29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29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50" name="Google Shape;750;p29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9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2" name="Google Shape;752;p29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53" name="Google Shape;753;p2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p2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p2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2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0" name="Google Shape;760;p29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61" name="Google Shape;761;p2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62" name="Google Shape;762;p2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3" name="Google Shape;763;p2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30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66" name="Google Shape;766;p30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7" name="Google Shape;767;p30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68" name="Google Shape;768;p30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69" name="Google Shape;76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71" name="Google Shape;771;p30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72" name="Google Shape;77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74" name="Google Shape;774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5" name="Google Shape;775;p30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76" name="Google Shape;77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30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30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80" name="Google Shape;780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30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83" name="Google Shape;783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5" name="Google Shape;785;p30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86" name="Google Shape;786;p3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3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88" name="Google Shape;788;p30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89" name="Google Shape;789;p30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90" name="Google Shape;790;p30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30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2" name="Google Shape;792;p30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93" name="Google Shape;793;p3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3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3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30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97" name="Google Shape;797;p30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30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9" name="Google Shape;799;p30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0" name="Google Shape;800;p30"/>
            <p:cNvGrpSpPr/>
            <p:nvPr/>
          </p:nvGrpSpPr>
          <p:grpSpPr>
            <a:xfrm>
              <a:off x="6917701" y="246011"/>
              <a:ext cx="4623164" cy="134100"/>
              <a:chOff x="6917701" y="246011"/>
              <a:chExt cx="4623164" cy="134100"/>
            </a:xfrm>
          </p:grpSpPr>
          <p:sp>
            <p:nvSpPr>
              <p:cNvPr id="801" name="Google Shape;801;p30"/>
              <p:cNvSpPr/>
              <p:nvPr/>
            </p:nvSpPr>
            <p:spPr>
              <a:xfrm flipH="1">
                <a:off x="6917701" y="24601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30"/>
              <p:cNvSpPr/>
              <p:nvPr/>
            </p:nvSpPr>
            <p:spPr>
              <a:xfrm flipH="1">
                <a:off x="6947889" y="27615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3" name="Google Shape;803;p30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6" name="Google Shape;806;p31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7" name="Google Shape;807;p31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8" name="Google Shape;808;p31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809" name="Google Shape;809;p31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31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812" name="Google Shape;812;p31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31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817" name="Google Shape;817;p31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818" name="Google Shape;818;p31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21" name="Google Shape;821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2" name="Google Shape;822;p31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1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4" name="Google Shape;824;p31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825" name="Google Shape;825;p31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7" name="Google Shape;827;p31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828" name="Google Shape;828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5" name="Google Shape;835;p31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836" name="Google Shape;836;p31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2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32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46" name="Google Shape;846;p32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47" name="Google Shape;847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8" name="Google Shape;848;p32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49" name="Google Shape;849;p3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3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3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3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3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6" name="Google Shape;856;p32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57" name="Google Shape;857;p32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58" name="Google Shape;858;p32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59" name="Google Shape;859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0" name="Google Shape;860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1" name="Google Shape;861;p32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2" name="Google Shape;862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4" name="Google Shape;864;p32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65" name="Google Shape;865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67" name="Google Shape;867;p32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8" name="Google Shape;868;p32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69" name="Google Shape;869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1" name="Google Shape;871;p32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72" name="Google Shape;872;p32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2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4" name="Google Shape;874;p32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75" name="Google Shape;875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32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9" name="Google Shape;879;p32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80" name="Google Shape;880;p3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3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3" name="Google Shape;883;p32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84" name="Google Shape;884;p3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9" name="Google Shape;889;p33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90" name="Google Shape;890;p33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91" name="Google Shape;891;p33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4" name="Google Shape;894;p33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95" name="Google Shape;895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7" name="Google Shape;897;p33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98" name="Google Shape;898;p33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0" name="Google Shape;900;p33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901" name="Google Shape;901;p33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03" name="Google Shape;903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4" name="Google Shape;904;p33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905" name="Google Shape;905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6" name="Google Shape;906;p33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907" name="Google Shape;907;p33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33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09" name="Google Shape;909;p33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0" name="Google Shape;910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1" name="Google Shape;911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2" name="Google Shape;912;p33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913" name="Google Shape;913;p33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4" name="Google Shape;914;p33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5" name="Google Shape;915;p33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916" name="Google Shape;916;p33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33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18" name="Google Shape;918;p33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919" name="Google Shape;919;p33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0" name="Google Shape;920;p33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34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923" name="Google Shape;923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4" name="Google Shape;924;p34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25" name="Google Shape;925;p34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26" name="Google Shape;926;p34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7" name="Google Shape;927;p34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28" name="Google Shape;928;p34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29" name="Google Shape;929;p34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0" name="Google Shape;930;p34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1" name="Google Shape;931;p34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32" name="Google Shape;932;p34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33" name="Google Shape;93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34" name="Google Shape;93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35" name="Google Shape;93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36" name="Google Shape;93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7" name="Google Shape;93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8" name="Google Shape;93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39" name="Google Shape;93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0" name="Google Shape;94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41" name="Google Shape;94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42" name="Google Shape;942;p34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943" name="Google Shape;94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44" name="Google Shape;94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45" name="Google Shape;94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46" name="Google Shape;94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7" name="Google Shape;94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8" name="Google Shape;94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49" name="Google Shape;94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0" name="Google Shape;95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51" name="Google Shape;95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52" name="Google Shape;952;p34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53" name="Google Shape;953;p34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54" name="Google Shape;954;p34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55" name="Google Shape;955;p34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56" name="Google Shape;956;p34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7" name="Google Shape;957;p34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8" name="Google Shape;958;p34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59" name="Google Shape;959;p34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60" name="Google Shape;960;p34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61" name="Google Shape;961;p34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62" name="Google Shape;962;p34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63" name="Google Shape;963;p34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4" name="Google Shape;964;p34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65" name="Google Shape;965;p34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66" name="Google Shape;966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68" name="Google Shape;96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4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70" name="Google Shape;970;p34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71" name="Google Shape;971;p34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72" name="Google Shape;972;p34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73" name="Google Shape;973;p3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5" name="Google Shape;975;p34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76" name="Google Shape;976;p3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3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3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9" name="Google Shape;979;p34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80" name="Google Shape;980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81" name="Google Shape;981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82" name="Google Shape;982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83" name="Google Shape;983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4" name="Google Shape;984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5" name="Google Shape;985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6" name="Google Shape;986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87" name="Google Shape;987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88" name="Google Shape;988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9" name="Google Shape;989;p34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90" name="Google Shape;990;p34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91" name="Google Shape;991;p3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3" name="Google Shape;993;p34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94" name="Google Shape;994;p3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6" name="Google Shape;996;p34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97" name="Google Shape;997;p3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8" name="Google Shape;998;p34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99" name="Google Shape;99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00" name="Google Shape;100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01" name="Google Shape;100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02" name="Google Shape;100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3" name="Google Shape;100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4" name="Google Shape;100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5" name="Google Shape;100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06" name="Google Shape;100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07" name="Google Shape;100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8" name="Google Shape;1008;p34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1009" name="Google Shape;1009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10" name="Google Shape;1010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11" name="Google Shape;1011;p34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012" name="Google Shape;1012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017" name="Google Shape;1017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0" name="Google Shape;1020;p35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1" name="Google Shape;1021;p35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2" name="Google Shape;1022;p35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23" name="Google Shape;1023;p35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24" name="Google Shape;1024;p35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1025" name="Google Shape;1025;p3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26" name="Google Shape;1026;p35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027" name="Google Shape;1027;p35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028" name="Google Shape;1028;p35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9" name="Google Shape;1029;p35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0" name="Google Shape;1030;p35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031" name="Google Shape;1031;p35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35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3" name="Google Shape;1033;p35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34" name="Google Shape;1034;p35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35" name="Google Shape;103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36" name="Google Shape;103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37" name="Google Shape;103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38" name="Google Shape;103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39" name="Google Shape;103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0" name="Google Shape;104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1" name="Google Shape;104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2" name="Google Shape;104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43" name="Google Shape;104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4" name="Google Shape;1044;p35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45" name="Google Shape;104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46" name="Google Shape;104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47" name="Google Shape;104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48" name="Google Shape;104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49" name="Google Shape;104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0" name="Google Shape;105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1" name="Google Shape;105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2" name="Google Shape;105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53" name="Google Shape;105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4" name="Google Shape;1054;p35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55" name="Google Shape;1055;p35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56" name="Google Shape;1056;p35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57" name="Google Shape;1057;p35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58" name="Google Shape;1058;p35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59" name="Google Shape;1059;p35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0" name="Google Shape;1060;p35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1" name="Google Shape;1061;p35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62" name="Google Shape;1062;p35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63" name="Google Shape;1063;p35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4" name="Google Shape;1064;p35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65" name="Google Shape;1065;p35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35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67" name="Google Shape;1067;p35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68" name="Google Shape;1068;p3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70" name="Google Shape;1070;p35"/>
          <p:cNvPicPr preferRelativeResize="0"/>
          <p:nvPr/>
        </p:nvPicPr>
        <p:blipFill rotWithShape="1">
          <a:blip r:embed="rId2">
            <a:alphaModFix/>
          </a:blip>
          <a:srcRect b="26177" l="16960" r="7121" t="24719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35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72" name="Google Shape;1072;p3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3" name="Google Shape;1073;p3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4" name="Google Shape;1074;p3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5" name="Google Shape;1075;p35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76" name="Google Shape;1076;p35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77" name="Google Shape;1077;p3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1" name="Google Shape;1081;p35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82" name="Google Shape;1082;p3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83" name="Google Shape;1083;p3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4" name="Google Shape;1084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6" name="Google Shape;1086;p3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87" name="Google Shape;1087;p3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3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35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0" name="Google Shape;1090;p35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91" name="Google Shape;1091;p3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92" name="Google Shape;1092;p3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93" name="Google Shape;1093;p3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6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96" name="Google Shape;1096;p36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97" name="Google Shape;1097;p36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98" name="Google Shape;1098;p36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99" name="Google Shape;1099;p36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100" name="Google Shape;1100;p3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01" name="Google Shape;1101;p3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02" name="Google Shape;1102;p3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03" name="Google Shape;1103;p36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4" name="Google Shape;1104;p36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5" name="Google Shape;1105;p36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6" name="Google Shape;110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7" name="Google Shape;1107;p36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8" name="Google Shape;1108;p36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09" name="Google Shape;1109;p36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10" name="Google Shape;1110;p36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111" name="Google Shape;1111;p36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6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3" name="Google Shape;1113;p36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114" name="Google Shape;1114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36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122" name="Google Shape;1122;p36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6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6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6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6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6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6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29" name="Google Shape;1129;p36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130" name="Google Shape;1130;p36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36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6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6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6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6" name="Google Shape;1136;p36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137" name="Google Shape;1137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9" name="Google Shape;1139;p36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140" name="Google Shape;1140;p3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42" name="Google Shape;1142;p36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143" name="Google Shape;1143;p36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144" name="Google Shape;1144;p36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6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6" name="Google Shape;1146;p36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6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8" name="Google Shape;1148;p36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49" name="Google Shape;1149;p36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6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6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6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6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6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6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37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8" name="Google Shape;1158;p37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9" name="Google Shape;1159;p37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0" name="Google Shape;116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1" name="Google Shape;1161;p37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2" name="Google Shape;1162;p37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3" name="Google Shape;1163;p37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64" name="Google Shape;1164;p37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5" name="Google Shape;1165;p37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66" name="Google Shape;1166;p37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67" name="Google Shape;1167;p37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68" name="Google Shape;1168;p37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69" name="Google Shape;1169;p37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37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37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3" name="Google Shape;1173;p37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74" name="Google Shape;1174;p37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5" name="Google Shape;1175;p37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6" name="Google Shape;1176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7" name="Google Shape;1177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78" name="Google Shape;1178;p37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79" name="Google Shape;1179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0" name="Google Shape;1180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81" name="Google Shape;1181;p37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2" name="Google Shape;1182;p37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83" name="Google Shape;1183;p37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4" name="Google Shape;1184;p3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37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6" name="Google Shape;1186;p37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87" name="Google Shape;1187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4" name="Google Shape;1194;p37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95" name="Google Shape;1195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2" name="Google Shape;1202;p37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203" name="Google Shape;1203;p3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5" name="Google Shape;1205;p37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206" name="Google Shape;1206;p37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7" name="Google Shape;1207;p37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8" name="Google Shape;1208;p37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1" name="Google Shape;1211;p38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2" name="Google Shape;1212;p38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3" name="Google Shape;1213;p38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4" name="Google Shape;1214;p38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5" name="Google Shape;1215;p38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6" name="Google Shape;1216;p38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7" name="Google Shape;1217;p38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18" name="Google Shape;1218;p38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19" name="Google Shape;1219;p38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220" name="Google Shape;1220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1" name="Google Shape;1221;p38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222" name="Google Shape;1222;p38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8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24" name="Google Shape;1224;p38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5" name="Google Shape;1225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27" name="Google Shape;1227;p38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28" name="Google Shape;1228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30" name="Google Shape;1230;p38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231" name="Google Shape;1231;p38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38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33" name="Google Shape;1233;p38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234" name="Google Shape;1234;p38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5" name="Google Shape;1235;p38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236" name="Google Shape;1236;p38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237" name="Google Shape;1237;p38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238" name="Google Shape;1238;p38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239" name="Google Shape;1239;p38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p38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p38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3" name="Google Shape;1243;p38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4" name="Google Shape;1244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6" name="Google Shape;1246;p38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47" name="Google Shape;1247;p38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38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49" name="Google Shape;1249;p38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50" name="Google Shape;1250;p38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38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52" name="Google Shape;1252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3" name="Google Shape;1253;p38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54" name="Google Shape;1254;p38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55" name="Google Shape;1255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7" name="Google Shape;1257;p38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58" name="Google Shape;1258;p3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2" name="Google Shape;1262;p39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3" name="Google Shape;1263;p39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39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39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39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39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39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69" name="Google Shape;1269;p39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0" name="Google Shape;1270;p39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1" name="Google Shape;1271;p39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2" name="Google Shape;1272;p39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73" name="Google Shape;1273;p39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74" name="Google Shape;1274;p39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75" name="Google Shape;1275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6" name="Google Shape;1276;p39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77" name="Google Shape;1277;p39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9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9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0" name="Google Shape;1280;p39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81" name="Google Shape;1281;p39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9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83" name="Google Shape;1283;p39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84" name="Google Shape;1284;p39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85" name="Google Shape;1285;p3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88" name="Google Shape;1288;p3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9" name="Google Shape;1289;p39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90" name="Google Shape;1290;p39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1" name="Google Shape;1291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98" name="Google Shape;1298;p39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99" name="Google Shape;1299;p39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p39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1" name="Google Shape;1301;p39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2" name="Google Shape;1302;p39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3" name="Google Shape;1303;p39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4" name="Google Shape;1304;p39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5" name="Google Shape;1305;p39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306" name="Google Shape;1306;p39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307" name="Google Shape;1307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8" name="Google Shape;1308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9" name="Google Shape;1309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40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2" name="Google Shape;1312;p40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3" name="Google Shape;1313;p40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4" name="Google Shape;1314;p40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5" name="Google Shape;1315;p40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6" name="Google Shape;1316;p40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7" name="Google Shape;1317;p40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8" name="Google Shape;1318;p40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319" name="Google Shape;1319;p4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1" name="Google Shape;1321;p40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322" name="Google Shape;1322;p40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23" name="Google Shape;1323;p40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4" name="Google Shape;1324;p40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1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7" name="Google Shape;1327;p41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28" name="Google Shape;1328;p41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329" name="Google Shape;1329;p41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330" name="Google Shape;1330;p4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4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2" name="Google Shape;1332;p41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333" name="Google Shape;1333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34" name="Google Shape;1334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35" name="Google Shape;1335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36" name="Google Shape;1336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7" name="Google Shape;1337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8" name="Google Shape;1338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9" name="Google Shape;1339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0" name="Google Shape;1340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41" name="Google Shape;1341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2" name="Google Shape;1342;p41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343" name="Google Shape;1343;p4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4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4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4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7" name="Google Shape;1347;p41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48" name="Google Shape;1348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49" name="Google Shape;1349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50" name="Google Shape;1350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51" name="Google Shape;1351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2" name="Google Shape;1352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3" name="Google Shape;1353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4" name="Google Shape;1354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5" name="Google Shape;1355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6" name="Google Shape;1356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7" name="Google Shape;1357;p41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58" name="Google Shape;1358;p4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59" name="Google Shape;1359;p4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60" name="Google Shape;1360;p41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61" name="Google Shape;1361;p4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2" name="Google Shape;1362;p4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3" name="Google Shape;1363;p4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4" name="Google Shape;1364;p4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65" name="Google Shape;1365;p4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66" name="Google Shape;1366;p4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67" name="Google Shape;1367;p41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68" name="Google Shape;1368;p4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69" name="Google Shape;1369;p41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70" name="Google Shape;1370;p41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41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41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41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4" name="Google Shape;1374;p41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75" name="Google Shape;1375;p41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76" name="Google Shape;1376;p41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77" name="Google Shape;1377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8" name="Google Shape;1378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79" name="Google Shape;1379;p41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80" name="Google Shape;1380;p4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4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82" name="Google Shape;1382;p41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4" name="Google Shape;1384;p42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85" name="Google Shape;1385;p42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86" name="Google Shape;1386;p42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0" name="Google Shape;1390;p42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91" name="Google Shape;1391;p42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92" name="Google Shape;1392;p42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3" name="Google Shape;1393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95" name="Google Shape;1395;p42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96" name="Google Shape;1396;p42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42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98" name="Google Shape;1398;p42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9" name="Google Shape;1399;p42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400" name="Google Shape;1400;p42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01" name="Google Shape;1401;p4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2" name="Google Shape;1402;p42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03" name="Google Shape;1403;p42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404" name="Google Shape;1404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42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412" name="Google Shape;1412;p4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4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19" name="Google Shape;1419;p42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420" name="Google Shape;1420;p42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2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" name="Google Shape;1423;p43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424" name="Google Shape;142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25" name="Google Shape;1425;p43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426" name="Google Shape;1426;p43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7" name="Google Shape;1427;p43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428" name="Google Shape;1428;p4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9" name="Google Shape;1429;p4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30" name="Google Shape;1430;p43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431" name="Google Shape;1431;p43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3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3" name="Google Shape;1433;p43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434" name="Google Shape;1434;p4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43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6" name="Google Shape;1436;p43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437" name="Google Shape;1437;p43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38" name="Google Shape;1438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9" name="Google Shape;1439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0" name="Google Shape;1440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1" name="Google Shape;1441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2" name="Google Shape;1442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3" name="Google Shape;1443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4" name="Google Shape;1444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45" name="Google Shape;1445;p43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46" name="Google Shape;1446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7" name="Google Shape;1447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8" name="Google Shape;1448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9" name="Google Shape;1449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0" name="Google Shape;1450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1" name="Google Shape;1451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2" name="Google Shape;1452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53" name="Google Shape;1453;p43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54" name="Google Shape;1454;p43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5" name="Google Shape;1455;p43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6" name="Google Shape;1456;p43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7" name="Google Shape;1457;p43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8" name="Google Shape;1458;p43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9" name="Google Shape;1459;p43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0" name="Google Shape;1460;p43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61" name="Google Shape;1461;p43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62" name="Google Shape;1462;p4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63" name="Google Shape;1463;p4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64" name="Google Shape;1464;p4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44"/>
          <p:cNvSpPr txBox="1"/>
          <p:nvPr>
            <p:ph idx="1" type="subTitle"/>
          </p:nvPr>
        </p:nvSpPr>
        <p:spPr>
          <a:xfrm>
            <a:off x="1096850" y="3456250"/>
            <a:ext cx="4882500" cy="7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IEEE Penn State - Projects Committee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FA26</a:t>
            </a:r>
            <a:endParaRPr/>
          </a:p>
        </p:txBody>
      </p:sp>
      <p:sp>
        <p:nvSpPr>
          <p:cNvPr id="1470" name="Google Shape;1470;p44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Business Cards</a:t>
            </a:r>
            <a:endParaRPr sz="4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PCB</a:t>
            </a:r>
            <a:endParaRPr sz="4100"/>
          </a:p>
        </p:txBody>
      </p:sp>
      <p:grpSp>
        <p:nvGrpSpPr>
          <p:cNvPr id="1471" name="Google Shape;1471;p44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72" name="Google Shape;1472;p44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73" name="Google Shape;1473;p44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74" name="Google Shape;1474;p44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44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76" name="Google Shape;1476;p44"/>
          <p:cNvGrpSpPr/>
          <p:nvPr/>
        </p:nvGrpSpPr>
        <p:grpSpPr>
          <a:xfrm>
            <a:off x="8017401" y="-313900"/>
            <a:ext cx="134100" cy="1891393"/>
            <a:chOff x="8017401" y="-313900"/>
            <a:chExt cx="134100" cy="1891393"/>
          </a:xfrm>
        </p:grpSpPr>
        <p:sp>
          <p:nvSpPr>
            <p:cNvPr id="1477" name="Google Shape;1477;p44"/>
            <p:cNvSpPr/>
            <p:nvPr/>
          </p:nvSpPr>
          <p:spPr>
            <a:xfrm rot="5400000">
              <a:off x="8017401" y="1443393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8" name="Google Shape;1478;p44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9" name="Google Shape;1479;p44"/>
            <p:cNvSpPr/>
            <p:nvPr/>
          </p:nvSpPr>
          <p:spPr>
            <a:xfrm rot="5400000">
              <a:off x="8047559" y="1473505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0" name="Google Shape;1480;p44"/>
          <p:cNvGrpSpPr/>
          <p:nvPr/>
        </p:nvGrpSpPr>
        <p:grpSpPr>
          <a:xfrm>
            <a:off x="6332089" y="957475"/>
            <a:ext cx="3504715" cy="5119205"/>
            <a:chOff x="6309526" y="836950"/>
            <a:chExt cx="3504715" cy="5119205"/>
          </a:xfrm>
        </p:grpSpPr>
        <p:sp>
          <p:nvSpPr>
            <p:cNvPr id="1481" name="Google Shape;1481;p44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2" name="Google Shape;1482;p44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83" name="Google Shape;1483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5" name="Google Shape;1485;p44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86" name="Google Shape;1486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8" name="Google Shape;1488;p44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89" name="Google Shape;1489;p44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44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1" name="Google Shape;1491;p44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pic>
        <p:nvPicPr>
          <p:cNvPr id="1497" name="Google Shape;14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375" y="1017725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left off</a:t>
            </a:r>
            <a:endParaRPr/>
          </a:p>
        </p:txBody>
      </p:sp>
      <p:pic>
        <p:nvPicPr>
          <p:cNvPr id="1503" name="Google Shape;1503;p46" title="Screenshot 2026-09-24 at 5.33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700" y="1204775"/>
            <a:ext cx="5189249" cy="350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p46" title="scuba-scuba-ca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8849" y="1934775"/>
            <a:ext cx="1672576" cy="167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Footprint Comparison</a:t>
            </a:r>
            <a:endParaRPr/>
          </a:p>
        </p:txBody>
      </p:sp>
      <p:sp>
        <p:nvSpPr>
          <p:cNvPr id="1510" name="Google Shape;1510;p47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single part can have multiple different 3D footprints in the schematic editor!</a:t>
            </a:r>
            <a:endParaRPr/>
          </a:p>
        </p:txBody>
      </p:sp>
      <p:pic>
        <p:nvPicPr>
          <p:cNvPr id="1511" name="Google Shape;151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5" y="3385926"/>
            <a:ext cx="1929451" cy="15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47"/>
          <p:cNvPicPr preferRelativeResize="0"/>
          <p:nvPr/>
        </p:nvPicPr>
        <p:blipFill rotWithShape="1">
          <a:blip r:embed="rId4">
            <a:alphaModFix/>
          </a:blip>
          <a:srcRect b="0" l="0" r="0" t="8542"/>
          <a:stretch/>
        </p:blipFill>
        <p:spPr>
          <a:xfrm>
            <a:off x="89375" y="1700300"/>
            <a:ext cx="1929449" cy="16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228" y="3385925"/>
            <a:ext cx="5177819" cy="15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4" name="Google Shape;1514;p47"/>
          <p:cNvPicPr preferRelativeResize="0"/>
          <p:nvPr/>
        </p:nvPicPr>
        <p:blipFill rotWithShape="1">
          <a:blip r:embed="rId6">
            <a:alphaModFix/>
          </a:blip>
          <a:srcRect b="11584" l="0" r="0" t="18928"/>
          <a:stretch/>
        </p:blipFill>
        <p:spPr>
          <a:xfrm>
            <a:off x="2079227" y="1700300"/>
            <a:ext cx="5177826" cy="168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7450" y="3399250"/>
            <a:ext cx="1737174" cy="15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17450" y="1700300"/>
            <a:ext cx="1737175" cy="168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Footprint Time!!</a:t>
            </a:r>
            <a:endParaRPr/>
          </a:p>
        </p:txBody>
      </p:sp>
      <p:sp>
        <p:nvSpPr>
          <p:cNvPr id="1522" name="Google Shape;1522;p48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23" name="Google Shape;1523;p48"/>
          <p:cNvGraphicFramePr/>
          <p:nvPr/>
        </p:nvGraphicFramePr>
        <p:xfrm>
          <a:off x="2568350" y="113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{EAD1FA24-6A8E-47F0-9AE9-05AD2F92A99C}</a:tableStyleId>
              </a:tblPr>
              <a:tblGrid>
                <a:gridCol w="988775"/>
                <a:gridCol w="3018525"/>
              </a:tblGrid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Symbol Name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Footprint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Rx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Resistor_SMD:R_0603_1608Metric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Cx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Capacitor_SMD:C_0603_1608Metric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Capacitor_SMD:C_1812_4532Metric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DS1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Display:OLED-128O064D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6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Connector_PinSocket_2.54mm:PinSocket_1x03_P2.54mm_Vertical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Q</a:t>
                      </a: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Package_TO_SOT_SMD:SOT-23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BT1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Battery:BatteryHolder_Keystone_3034_1x20mm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SWx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Button_Switch_THT:SW_PUSH_6mm_H5mm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AE1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RF_Antenna:{your named footprint here}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Traces and Vias</a:t>
            </a:r>
            <a:endParaRPr/>
          </a:p>
        </p:txBody>
      </p:sp>
      <p:sp>
        <p:nvSpPr>
          <p:cNvPr id="1529" name="Google Shape;1529;p49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front/back coppers are traces connecting parts on a single side.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Vias bridge the two traces, crossing sides</a:t>
            </a:r>
            <a:endParaRPr/>
          </a:p>
        </p:txBody>
      </p:sp>
      <p:pic>
        <p:nvPicPr>
          <p:cNvPr id="1530" name="Google Shape;1530;p49"/>
          <p:cNvPicPr preferRelativeResize="0"/>
          <p:nvPr/>
        </p:nvPicPr>
        <p:blipFill rotWithShape="1">
          <a:blip r:embed="rId3">
            <a:alphaModFix/>
          </a:blip>
          <a:srcRect b="0" l="0" r="62364" t="0"/>
          <a:stretch/>
        </p:blipFill>
        <p:spPr>
          <a:xfrm>
            <a:off x="623800" y="1864275"/>
            <a:ext cx="4075226" cy="29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49"/>
          <p:cNvSpPr/>
          <p:nvPr/>
        </p:nvSpPr>
        <p:spPr>
          <a:xfrm>
            <a:off x="710750" y="2773950"/>
            <a:ext cx="1314900" cy="125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49"/>
          <p:cNvSpPr/>
          <p:nvPr/>
        </p:nvSpPr>
        <p:spPr>
          <a:xfrm>
            <a:off x="2820100" y="3069650"/>
            <a:ext cx="1738500" cy="42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49"/>
          <p:cNvSpPr/>
          <p:nvPr/>
        </p:nvSpPr>
        <p:spPr>
          <a:xfrm>
            <a:off x="2820100" y="3455025"/>
            <a:ext cx="1738500" cy="423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49"/>
          <p:cNvSpPr txBox="1"/>
          <p:nvPr/>
        </p:nvSpPr>
        <p:spPr>
          <a:xfrm>
            <a:off x="2842600" y="2640975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highlight>
                  <a:srgbClr val="FF0000"/>
                </a:highlight>
              </a:rPr>
              <a:t>Front Copper</a:t>
            </a:r>
            <a:endParaRPr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sp>
        <p:nvSpPr>
          <p:cNvPr id="1535" name="Google Shape;1535;p49"/>
          <p:cNvSpPr txBox="1"/>
          <p:nvPr/>
        </p:nvSpPr>
        <p:spPr>
          <a:xfrm>
            <a:off x="2842600" y="3817725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highlight>
                  <a:srgbClr val="FF0000"/>
                </a:highlight>
              </a:rPr>
              <a:t>Back Copper</a:t>
            </a:r>
            <a:endParaRPr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  <p:pic>
        <p:nvPicPr>
          <p:cNvPr id="1536" name="Google Shape;153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650" y="1821200"/>
            <a:ext cx="2952346" cy="298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49"/>
          <p:cNvSpPr txBox="1"/>
          <p:nvPr/>
        </p:nvSpPr>
        <p:spPr>
          <a:xfrm>
            <a:off x="521450" y="2352200"/>
            <a:ext cx="1693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highlight>
                  <a:srgbClr val="FF0000"/>
                </a:highlight>
              </a:rPr>
              <a:t>Via</a:t>
            </a:r>
            <a:endParaRPr sz="1800">
              <a:solidFill>
                <a:srgbClr val="FFFFFF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Rules</a:t>
            </a:r>
            <a:endParaRPr/>
          </a:p>
        </p:txBody>
      </p:sp>
      <p:sp>
        <p:nvSpPr>
          <p:cNvPr id="1543" name="Google Shape;1543;p50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</a:t>
            </a:r>
            <a:r>
              <a:rPr lang="en"/>
              <a:t>surface</a:t>
            </a:r>
            <a:r>
              <a:rPr lang="en"/>
              <a:t> mount parts (Cx, Rx, Ux) should be on the </a:t>
            </a:r>
            <a:r>
              <a:rPr b="1" lang="en"/>
              <a:t>SAME SIDE!!</a:t>
            </a:r>
            <a:endParaRPr b="1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Display, battery, and buttons</a:t>
            </a:r>
            <a:r>
              <a:rPr lang="en"/>
              <a:t> can go on </a:t>
            </a:r>
            <a:r>
              <a:rPr b="1" lang="en"/>
              <a:t>either side.</a:t>
            </a:r>
            <a:endParaRPr b="1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Generally (</a:t>
            </a:r>
            <a:r>
              <a:rPr lang="en"/>
              <a:t>especially</a:t>
            </a:r>
            <a:r>
              <a:rPr lang="en"/>
              <a:t> for </a:t>
            </a:r>
            <a:r>
              <a:rPr b="1" lang="en"/>
              <a:t>SDA </a:t>
            </a:r>
            <a:r>
              <a:rPr lang="en"/>
              <a:t>and </a:t>
            </a:r>
            <a:r>
              <a:rPr b="1" lang="en"/>
              <a:t>SCL</a:t>
            </a:r>
            <a:r>
              <a:rPr lang="en"/>
              <a:t>), keep traces </a:t>
            </a:r>
            <a:r>
              <a:rPr b="1" lang="en"/>
              <a:t>as short and possible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Keep circuits together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Board Outline -&gt; Part Placement -&gt; Route Traces -&gt; </a:t>
            </a:r>
            <a:r>
              <a:rPr lang="en"/>
              <a:t>Silkscreen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 unique and have fun!!!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 for Display</a:t>
            </a:r>
            <a:endParaRPr/>
          </a:p>
        </p:txBody>
      </p:sp>
      <p:sp>
        <p:nvSpPr>
          <p:cNvPr id="1549" name="Google Shape;1549;p51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0" name="Google Shape;15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25" y="1139551"/>
            <a:ext cx="8839200" cy="3079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cont.</a:t>
            </a:r>
            <a:endParaRPr/>
          </a:p>
        </p:txBody>
      </p:sp>
      <p:sp>
        <p:nvSpPr>
          <p:cNvPr id="1556" name="Google Shape;1556;p52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7" name="Google Shape;155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99" y="1017721"/>
            <a:ext cx="7704001" cy="397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pic>
        <p:nvPicPr>
          <p:cNvPr id="1563" name="Google Shape;156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762" y="934500"/>
            <a:ext cx="2718475" cy="42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Ordering</a:t>
            </a:r>
            <a:endParaRPr/>
          </a:p>
        </p:txBody>
      </p:sp>
      <p:pic>
        <p:nvPicPr>
          <p:cNvPr id="1569" name="Google Shape;1569;p54" title="Screenshot 2026-10-01 at 5.43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600" y="1050725"/>
            <a:ext cx="7042801" cy="399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