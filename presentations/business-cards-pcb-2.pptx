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  <p:sldMasterId id="214748369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Source Code Pro"/>
      <p:regular r:id="rId19"/>
      <p:bold r:id="rId20"/>
      <p:italic r:id="rId21"/>
      <p:boldItalic r:id="rId22"/>
    </p:embeddedFont>
    <p:embeddedFont>
      <p:font typeface="PT Sans"/>
      <p:regular r:id="rId23"/>
      <p:bold r:id="rId24"/>
      <p:italic r:id="rId25"/>
      <p:boldItalic r:id="rId26"/>
    </p:embeddedFont>
    <p:embeddedFont>
      <p:font typeface="IBM Plex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bold.fntdata"/><Relationship Id="rId22" Type="http://schemas.openxmlformats.org/officeDocument/2006/relationships/font" Target="fonts/SourceCodePro-boldItalic.fntdata"/><Relationship Id="rId21" Type="http://schemas.openxmlformats.org/officeDocument/2006/relationships/font" Target="fonts/SourceCodePro-italic.fntdata"/><Relationship Id="rId24" Type="http://schemas.openxmlformats.org/officeDocument/2006/relationships/font" Target="fonts/PTSans-bold.fntdata"/><Relationship Id="rId23" Type="http://schemas.openxmlformats.org/officeDocument/2006/relationships/font" Target="fonts/PT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TSans-boldItalic.fntdata"/><Relationship Id="rId25" Type="http://schemas.openxmlformats.org/officeDocument/2006/relationships/font" Target="fonts/PTSans-italic.fntdata"/><Relationship Id="rId28" Type="http://schemas.openxmlformats.org/officeDocument/2006/relationships/font" Target="fonts/IBMPlexMono-bold.fntdata"/><Relationship Id="rId27" Type="http://schemas.openxmlformats.org/officeDocument/2006/relationships/font" Target="fonts/IBMPlexMono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BMPlexMon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IBMPlex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Poppins-regular.fntdata"/><Relationship Id="rId14" Type="http://schemas.openxmlformats.org/officeDocument/2006/relationships/slide" Target="slides/slide8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19" Type="http://schemas.openxmlformats.org/officeDocument/2006/relationships/font" Target="fonts/SourceCodePro-regular.fntdata"/><Relationship Id="rId18" Type="http://schemas.openxmlformats.org/officeDocument/2006/relationships/font" Target="fonts/Poppi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g3ca32789bcd_0_1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7" name="Google Shape;1467;g3ca32789bcd_0_1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h4f9b881a244bbfce_18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4" name="Google Shape;1494;h4f9b881a244bbfce_18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h741d95b642f4137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h741d95b642f4137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h741d95b642f413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h741d95b642f413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h4762982c2401c78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" name="Google Shape;1513;h4762982c2401c78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h4762982c2401c78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0" name="Google Shape;1520;h4762982c2401c78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h3fd9e108577c7a5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2" name="Google Shape;1532;h3fd9e108577c7a5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ha3fa0807b7ae0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6" name="Google Shape;1546;ha3fa0807b7ae0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4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55" name="Google Shape;55;p14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56" name="Google Shape;56;p1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57" name="Google Shape;57;p14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8" name="Google Shape;58;p14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1" name="Google Shape;61;p14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3" name="Google Shape;63;p14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64" name="Google Shape;64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" name="Google Shape;66;p14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67" name="Google Shape;67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" name="Google Shape;69;p14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70" name="Google Shape;70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" name="Google Shape;72;p14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73" name="Google Shape;73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" name="Google Shape;75;p14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76" name="Google Shape;76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8" name="Google Shape;78;p14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79" name="Google Shape;79;p14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14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" name="Google Shape;82;p14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83" name="Google Shape;83;p1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0" name="Google Shape;90;p14"/>
            <p:cNvSpPr/>
            <p:nvPr/>
          </p:nvSpPr>
          <p:spPr>
            <a:xfrm>
              <a:off x="8430775" y="2842975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1" name="Google Shape;91;p14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92" name="Google Shape;92;p1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14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96" name="Google Shape;96;p1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9" name="Google Shape;99;p14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subTitle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01" name="Google Shape;101;p14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102" name="Google Shape;102;p14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103" name="Google Shape;103;p14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4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5" name="Google Shape;105;p14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106" name="Google Shape;106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7" name="Google Shape;107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8" name="Google Shape;108;p1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09" name="Google Shape;109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" name="Google Shape;110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" name="Google Shape;111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" name="Google Shape;112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" name="Google Shape;113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14" name="Google Shape;114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5" name="Google Shape;115;p14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116" name="Google Shape;116;p14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4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4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4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" name="Google Shape;120;p14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121" name="Google Shape;121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2" name="Google Shape;122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23" name="Google Shape;123;p1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4" name="Google Shape;124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5" name="Google Shape;125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6" name="Google Shape;126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7" name="Google Shape;127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8" name="Google Shape;128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29" name="Google Shape;129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" name="Google Shape;130;p14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131" name="Google Shape;131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2" name="Google Shape;132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3" name="Google Shape;133;p1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4" name="Google Shape;134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" name="Google Shape;135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" name="Google Shape;136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7" name="Google Shape;137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8" name="Google Shape;138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9" name="Google Shape;139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2" name="Google Shape;142;p15"/>
          <p:cNvSpPr txBox="1"/>
          <p:nvPr>
            <p:ph hasCustomPrompt="1"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3" name="Google Shape;143;p15"/>
          <p:cNvSpPr txBox="1"/>
          <p:nvPr>
            <p:ph idx="1" type="subTitle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4" name="Google Shape;144;p15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45" name="Google Shape;145;p15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46" name="Google Shape;146;p15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5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5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49" name="Google Shape;149;p15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5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1" name="Google Shape;151;p15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52" name="Google Shape;152;p1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53" name="Google Shape;153;p1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54" name="Google Shape;154;p1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55" name="Google Shape;155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6" name="Google Shape;156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7" name="Google Shape;157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8" name="Google Shape;158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9" name="Google Shape;159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60" name="Google Shape;160;p1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" name="Google Shape;161;p15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62" name="Google Shape;162;p1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63" name="Google Shape;163;p1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64" name="Google Shape;164;p1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65" name="Google Shape;165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6" name="Google Shape;166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7" name="Google Shape;167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8" name="Google Shape;168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9" name="Google Shape;169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70" name="Google Shape;170;p1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1" name="Google Shape;171;p15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72" name="Google Shape;172;p1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73" name="Google Shape;173;p1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74" name="Google Shape;174;p1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75" name="Google Shape;175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6" name="Google Shape;176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7" name="Google Shape;177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8" name="Google Shape;178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9" name="Google Shape;179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80" name="Google Shape;180;p1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1" name="Google Shape;181;p15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82" name="Google Shape;182;p1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7" name="Google Shape;187;p16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88" name="Google Shape;188;p16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189" name="Google Shape;189;p1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0" name="Google Shape;190;p16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91" name="Google Shape;191;p16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6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3" name="Google Shape;193;p16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4" name="Google Shape;194;p16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95" name="Google Shape;195;p16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96" name="Google Shape;196;p16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97" name="Google Shape;197;p1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" name="Google Shape;198;p1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9" name="Google Shape;199;p16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200" name="Google Shape;200;p1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" name="Google Shape;201;p1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2" name="Google Shape;202;p16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203" name="Google Shape;203;p1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" name="Google Shape;204;p1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205" name="Google Shape;205;p16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206" name="Google Shape;206;p16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6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" name="Google Shape;208;p16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209" name="Google Shape;209;p16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210" name="Google Shape;210;p1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3" name="Google Shape;213;p16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6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5" name="Google Shape;215;p16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216" name="Google Shape;216;p16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6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6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1" name="Google Shape;221;p17"/>
          <p:cNvSpPr txBox="1"/>
          <p:nvPr>
            <p:ph idx="1" type="subTitle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2" name="Google Shape;222;p17"/>
          <p:cNvSpPr txBox="1"/>
          <p:nvPr>
            <p:ph idx="2" type="subTitle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3" name="Google Shape;223;p17"/>
          <p:cNvSpPr txBox="1"/>
          <p:nvPr>
            <p:ph idx="3" type="subTitle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24" name="Google Shape;224;p17"/>
          <p:cNvSpPr txBox="1"/>
          <p:nvPr>
            <p:ph idx="4" type="subTitle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225" name="Google Shape;225;p17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226" name="Google Shape;226;p1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7" name="Google Shape;227;p17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228" name="Google Shape;228;p1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1" name="Google Shape;231;p17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232" name="Google Shape;232;p17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233" name="Google Shape;233;p17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234" name="Google Shape;234;p17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" name="Google Shape;235;p17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6" name="Google Shape;236;p17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7" name="Google Shape;237;p17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238" name="Google Shape;238;p17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239" name="Google Shape;239;p17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0" name="Google Shape;240;p17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41" name="Google Shape;241;p17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42" name="Google Shape;242;p17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43" name="Google Shape;243;p17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44" name="Google Shape;244;p17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45" name="Google Shape;245;p17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46" name="Google Shape;246;p17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47" name="Google Shape;247;p17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48" name="Google Shape;248;p17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49" name="Google Shape;249;p17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50" name="Google Shape;250;p17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51" name="Google Shape;251;p17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52" name="Google Shape;252;p17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3" name="Google Shape;253;p17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4" name="Google Shape;254;p17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5" name="Google Shape;255;p17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56" name="Google Shape;256;p17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57" name="Google Shape;257;p17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58" name="Google Shape;258;p17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59" name="Google Shape;259;p17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60" name="Google Shape;260;p17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61" name="Google Shape;261;p17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62" name="Google Shape;262;p17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63" name="Google Shape;263;p17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64" name="Google Shape;264;p17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65" name="Google Shape;265;p17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66" name="Google Shape;266;p17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67" name="Google Shape;267;p17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68" name="Google Shape;268;p17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69" name="Google Shape;269;p17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70" name="Google Shape;270;p17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71" name="Google Shape;271;p17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72" name="Google Shape;272;p17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73" name="Google Shape;273;p17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74" name="Google Shape;274;p17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75" name="Google Shape;275;p17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276" name="Google Shape;276;p17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77" name="Google Shape;277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9" name="Google Shape;279;p17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80" name="Google Shape;280;p17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81" name="Google Shape;281;p17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17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3" name="Google Shape;283;p17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4" name="Google Shape;284;p17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85" name="Google Shape;285;p1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86" name="Google Shape;286;p1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7" name="Google Shape;287;p1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8" name="Google Shape;288;p17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89" name="Google Shape;289;p17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90" name="Google Shape;290;p17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17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2" name="Google Shape;292;p17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93" name="Google Shape;293;p1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94" name="Google Shape;294;p1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5" name="Google Shape;295;p1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" name="Google Shape;297;p18"/>
          <p:cNvGrpSpPr/>
          <p:nvPr/>
        </p:nvGrpSpPr>
        <p:grpSpPr>
          <a:xfrm rot="-8100000">
            <a:off x="-1629951" y="-1138306"/>
            <a:ext cx="3785189" cy="3043121"/>
            <a:chOff x="7103825" y="-713112"/>
            <a:chExt cx="3785226" cy="3043150"/>
          </a:xfrm>
        </p:grpSpPr>
        <p:sp>
          <p:nvSpPr>
            <p:cNvPr id="298" name="Google Shape;298;p18"/>
            <p:cNvSpPr/>
            <p:nvPr/>
          </p:nvSpPr>
          <p:spPr>
            <a:xfrm rot="-3600017">
              <a:off x="7761095" y="-21"/>
              <a:ext cx="2152450" cy="1864030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9" name="Google Shape;299;p18"/>
            <p:cNvPicPr preferRelativeResize="0"/>
            <p:nvPr/>
          </p:nvPicPr>
          <p:blipFill rotWithShape="1">
            <a:blip r:embed="rId2">
              <a:alphaModFix/>
            </a:blip>
            <a:srcRect b="17664" l="0" r="0" t="17657"/>
            <a:stretch/>
          </p:blipFill>
          <p:spPr>
            <a:xfrm>
              <a:off x="7103825" y="-713112"/>
              <a:ext cx="3785226" cy="2888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01" name="Google Shape;301;p18"/>
          <p:cNvGrpSpPr/>
          <p:nvPr/>
        </p:nvGrpSpPr>
        <p:grpSpPr>
          <a:xfrm>
            <a:off x="8106279" y="-844413"/>
            <a:ext cx="1791132" cy="2767833"/>
            <a:chOff x="8030079" y="-844413"/>
            <a:chExt cx="1791132" cy="2767833"/>
          </a:xfrm>
        </p:grpSpPr>
        <p:grpSp>
          <p:nvGrpSpPr>
            <p:cNvPr id="302" name="Google Shape;302;p18"/>
            <p:cNvGrpSpPr/>
            <p:nvPr/>
          </p:nvGrpSpPr>
          <p:grpSpPr>
            <a:xfrm rot="10800000">
              <a:off x="8566799" y="-844413"/>
              <a:ext cx="1213764" cy="2455355"/>
              <a:chOff x="-293545" y="3454371"/>
              <a:chExt cx="981772" cy="1986051"/>
            </a:xfrm>
          </p:grpSpPr>
          <p:sp>
            <p:nvSpPr>
              <p:cNvPr id="303" name="Google Shape;303;p18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18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5" name="Google Shape;305;p18"/>
            <p:cNvGrpSpPr/>
            <p:nvPr/>
          </p:nvGrpSpPr>
          <p:grpSpPr>
            <a:xfrm rot="10800000">
              <a:off x="8123728" y="-262212"/>
              <a:ext cx="865288" cy="591661"/>
              <a:chOff x="39722" y="4349021"/>
              <a:chExt cx="1061964" cy="726143"/>
            </a:xfrm>
          </p:grpSpPr>
          <p:grpSp>
            <p:nvGrpSpPr>
              <p:cNvPr id="306" name="Google Shape;306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07" name="Google Shape;307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08" name="Google Shape;308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09" name="Google Shape;309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0" name="Google Shape;310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1" name="Google Shape;311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2" name="Google Shape;312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3" name="Google Shape;313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14" name="Google Shape;314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5" name="Google Shape;315;p18"/>
            <p:cNvGrpSpPr/>
            <p:nvPr/>
          </p:nvGrpSpPr>
          <p:grpSpPr>
            <a:xfrm rot="5400000">
              <a:off x="8338264" y="440474"/>
              <a:ext cx="1670849" cy="1295044"/>
              <a:chOff x="-2460210" y="2758493"/>
              <a:chExt cx="1351491" cy="1047516"/>
            </a:xfrm>
          </p:grpSpPr>
          <p:sp>
            <p:nvSpPr>
              <p:cNvPr id="316" name="Google Shape;316;p18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18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18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18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0" name="Google Shape;320;p18"/>
            <p:cNvGrpSpPr/>
            <p:nvPr/>
          </p:nvGrpSpPr>
          <p:grpSpPr>
            <a:xfrm rot="10800000">
              <a:off x="8030079" y="157481"/>
              <a:ext cx="865288" cy="591661"/>
              <a:chOff x="39722" y="4349021"/>
              <a:chExt cx="1061964" cy="726143"/>
            </a:xfrm>
          </p:grpSpPr>
          <p:grpSp>
            <p:nvGrpSpPr>
              <p:cNvPr id="321" name="Google Shape;321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2" name="Google Shape;322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23" name="Google Shape;323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24" name="Google Shape;324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5" name="Google Shape;325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6" name="Google Shape;326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7" name="Google Shape;327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8" name="Google Shape;328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29" name="Google Shape;329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0" name="Google Shape;330;p18"/>
            <p:cNvGrpSpPr/>
            <p:nvPr/>
          </p:nvGrpSpPr>
          <p:grpSpPr>
            <a:xfrm rot="10800000">
              <a:off x="8653266" y="87645"/>
              <a:ext cx="865288" cy="591661"/>
              <a:chOff x="39722" y="4349021"/>
              <a:chExt cx="1061964" cy="726143"/>
            </a:xfrm>
          </p:grpSpPr>
          <p:grpSp>
            <p:nvGrpSpPr>
              <p:cNvPr id="331" name="Google Shape;331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32" name="Google Shape;332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33" name="Google Shape;333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34" name="Google Shape;334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5" name="Google Shape;335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6" name="Google Shape;336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7" name="Google Shape;337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8" name="Google Shape;338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39" name="Google Shape;339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0" name="Google Shape;340;p18"/>
          <p:cNvGrpSpPr/>
          <p:nvPr/>
        </p:nvGrpSpPr>
        <p:grpSpPr>
          <a:xfrm>
            <a:off x="-1499000" y="3182553"/>
            <a:ext cx="4558967" cy="3356863"/>
            <a:chOff x="-1422800" y="3106353"/>
            <a:chExt cx="4558967" cy="3356863"/>
          </a:xfrm>
        </p:grpSpPr>
        <p:grpSp>
          <p:nvGrpSpPr>
            <p:cNvPr id="341" name="Google Shape;341;p18"/>
            <p:cNvGrpSpPr/>
            <p:nvPr/>
          </p:nvGrpSpPr>
          <p:grpSpPr>
            <a:xfrm>
              <a:off x="-474664" y="3485331"/>
              <a:ext cx="1472068" cy="2977885"/>
              <a:chOff x="-293545" y="3454371"/>
              <a:chExt cx="981772" cy="1986051"/>
            </a:xfrm>
          </p:grpSpPr>
          <p:sp>
            <p:nvSpPr>
              <p:cNvPr id="342" name="Google Shape;342;p18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18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4" name="Google Shape;344;p18"/>
            <p:cNvGrpSpPr/>
            <p:nvPr/>
          </p:nvGrpSpPr>
          <p:grpSpPr>
            <a:xfrm>
              <a:off x="485337" y="5039978"/>
              <a:ext cx="1049539" cy="717647"/>
              <a:chOff x="39722" y="4349021"/>
              <a:chExt cx="1061964" cy="726143"/>
            </a:xfrm>
          </p:grpSpPr>
          <p:grpSp>
            <p:nvGrpSpPr>
              <p:cNvPr id="345" name="Google Shape;345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46" name="Google Shape;346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47" name="Google Shape;347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48" name="Google Shape;348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9" name="Google Shape;349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0" name="Google Shape;350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1" name="Google Shape;351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2" name="Google Shape;352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53" name="Google Shape;353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4" name="Google Shape;354;p18"/>
            <p:cNvGrpSpPr/>
            <p:nvPr/>
          </p:nvGrpSpPr>
          <p:grpSpPr>
            <a:xfrm rot="5400000">
              <a:off x="-645364" y="3334243"/>
              <a:ext cx="2026426" cy="1570646"/>
              <a:chOff x="-2460210" y="2758493"/>
              <a:chExt cx="1351491" cy="1047516"/>
            </a:xfrm>
          </p:grpSpPr>
          <p:sp>
            <p:nvSpPr>
              <p:cNvPr id="355" name="Google Shape;355;p18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18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18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18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9" name="Google Shape;359;p18"/>
            <p:cNvGrpSpPr/>
            <p:nvPr/>
          </p:nvGrpSpPr>
          <p:grpSpPr>
            <a:xfrm>
              <a:off x="598917" y="4530969"/>
              <a:ext cx="1049539" cy="717647"/>
              <a:chOff x="39722" y="4349021"/>
              <a:chExt cx="1061964" cy="726143"/>
            </a:xfrm>
          </p:grpSpPr>
          <p:grpSp>
            <p:nvGrpSpPr>
              <p:cNvPr id="360" name="Google Shape;360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61" name="Google Shape;361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62" name="Google Shape;362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63" name="Google Shape;363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4" name="Google Shape;364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5" name="Google Shape;365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6" name="Google Shape;366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7" name="Google Shape;367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68" name="Google Shape;368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9" name="Google Shape;369;p18"/>
            <p:cNvGrpSpPr/>
            <p:nvPr/>
          </p:nvGrpSpPr>
          <p:grpSpPr>
            <a:xfrm>
              <a:off x="-156893" y="4615667"/>
              <a:ext cx="1049539" cy="717647"/>
              <a:chOff x="39722" y="4349021"/>
              <a:chExt cx="1061964" cy="726143"/>
            </a:xfrm>
          </p:grpSpPr>
          <p:grpSp>
            <p:nvGrpSpPr>
              <p:cNvPr id="370" name="Google Shape;370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71" name="Google Shape;371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72" name="Google Shape;372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73" name="Google Shape;373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4" name="Google Shape;374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5" name="Google Shape;375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6" name="Google Shape;376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7" name="Google Shape;377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78" name="Google Shape;378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9" name="Google Shape;379;p18"/>
            <p:cNvGrpSpPr/>
            <p:nvPr/>
          </p:nvGrpSpPr>
          <p:grpSpPr>
            <a:xfrm>
              <a:off x="-1422800" y="4822751"/>
              <a:ext cx="4558967" cy="134100"/>
              <a:chOff x="796100" y="3019701"/>
              <a:chExt cx="4558967" cy="134100"/>
            </a:xfrm>
          </p:grpSpPr>
          <p:sp>
            <p:nvSpPr>
              <p:cNvPr id="380" name="Google Shape;380;p18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81" name="Google Shape;381;p18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82" name="Google Shape;382;p18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9"/>
          <p:cNvSpPr txBox="1"/>
          <p:nvPr>
            <p:ph idx="1" type="subTitle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385" name="Google Shape;385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86" name="Google Shape;386;p19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387" name="Google Shape;387;p19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9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9" name="Google Shape;389;p19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390" name="Google Shape;390;p19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9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2" name="Google Shape;392;p19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393" name="Google Shape;393;p1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94" name="Google Shape;394;p1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95" name="Google Shape;395;p1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96" name="Google Shape;396;p19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397" name="Google Shape;397;p1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19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9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9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9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9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3" name="Google Shape;403;p19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404" name="Google Shape;404;p1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6" name="Google Shape;406;p19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407" name="Google Shape;407;p1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"/>
          <p:cNvSpPr txBox="1"/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411" name="Google Shape;411;p20"/>
          <p:cNvGrpSpPr/>
          <p:nvPr/>
        </p:nvGrpSpPr>
        <p:grpSpPr>
          <a:xfrm>
            <a:off x="6475811" y="-1541623"/>
            <a:ext cx="2583360" cy="2409685"/>
            <a:chOff x="6475811" y="-1541623"/>
            <a:chExt cx="2583360" cy="2409685"/>
          </a:xfrm>
        </p:grpSpPr>
        <p:grpSp>
          <p:nvGrpSpPr>
            <p:cNvPr id="412" name="Google Shape;412;p20"/>
            <p:cNvGrpSpPr/>
            <p:nvPr/>
          </p:nvGrpSpPr>
          <p:grpSpPr>
            <a:xfrm rot="-5400000">
              <a:off x="5879041" y="-944853"/>
              <a:ext cx="2133442" cy="939904"/>
              <a:chOff x="-149984" y="3754784"/>
              <a:chExt cx="2133442" cy="939904"/>
            </a:xfrm>
          </p:grpSpPr>
          <p:sp>
            <p:nvSpPr>
              <p:cNvPr id="413" name="Google Shape;413;p20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rect b="b" l="l" r="r" t="t"/>
                <a:pathLst>
                  <a:path extrusionOk="0" h="48146" w="14079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0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rect b="b" l="l" r="r" t="t"/>
                <a:pathLst>
                  <a:path extrusionOk="0" h="43180" w="1676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5" name="Google Shape;415;p20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0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7" name="Google Shape;417;p20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418" name="Google Shape;418;p20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20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1"/>
          <p:cNvSpPr txBox="1"/>
          <p:nvPr>
            <p:ph type="title"/>
          </p:nvPr>
        </p:nvSpPr>
        <p:spPr>
          <a:xfrm>
            <a:off x="720000" y="479750"/>
            <a:ext cx="3145200" cy="184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2" name="Google Shape;422;p21"/>
          <p:cNvSpPr txBox="1"/>
          <p:nvPr>
            <p:ph idx="1" type="subTitle"/>
          </p:nvPr>
        </p:nvSpPr>
        <p:spPr>
          <a:xfrm>
            <a:off x="720000" y="2359400"/>
            <a:ext cx="3145200" cy="22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423" name="Google Shape;423;p21"/>
          <p:cNvSpPr/>
          <p:nvPr>
            <p:ph idx="2" type="pic"/>
          </p:nvPr>
        </p:nvSpPr>
        <p:spPr>
          <a:xfrm>
            <a:off x="4135800" y="539500"/>
            <a:ext cx="4295100" cy="40692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424" name="Google Shape;424;p21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425" name="Google Shape;425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26" name="Google Shape;426;p21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427" name="Google Shape;427;p21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28" name="Google Shape;428;p21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429" name="Google Shape;429;p21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" name="Google Shape;430;p21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31" name="Google Shape;431;p21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432" name="Google Shape;432;p21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3" name="Google Shape;433;p21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34" name="Google Shape;434;p21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435" name="Google Shape;435;p21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" name="Google Shape;436;p21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37" name="Google Shape;437;p21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438" name="Google Shape;438;p21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3" name="Google Shape;443;p21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4" name="Google Shape;444;p21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45" name="Google Shape;445;p21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21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21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21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2" name="Google Shape;452;p21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453" name="Google Shape;453;p21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4" name="Google Shape;454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55" name="Google Shape;455;p21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56" name="Google Shape;456;p21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21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21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9" name="Google Shape;459;p21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60" name="Google Shape;460;p21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21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21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63" name="Google Shape;463;p21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1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5" name="Google Shape;465;p21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466" name="Google Shape;466;p21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67" name="Google Shape;467;p21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8" name="Google Shape;468;p21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22"/>
          <p:cNvSpPr txBox="1"/>
          <p:nvPr>
            <p:ph type="title"/>
          </p:nvPr>
        </p:nvSpPr>
        <p:spPr>
          <a:xfrm>
            <a:off x="720000" y="539500"/>
            <a:ext cx="3672000" cy="93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3"/>
          <p:cNvSpPr txBox="1"/>
          <p:nvPr>
            <p:ph hasCustomPrompt="1" type="title"/>
          </p:nvPr>
        </p:nvSpPr>
        <p:spPr>
          <a:xfrm>
            <a:off x="713225" y="1766475"/>
            <a:ext cx="65760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60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474" name="Google Shape;474;p23"/>
          <p:cNvSpPr txBox="1"/>
          <p:nvPr>
            <p:ph idx="1" type="subTitle"/>
          </p:nvPr>
        </p:nvSpPr>
        <p:spPr>
          <a:xfrm>
            <a:off x="713225" y="31183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75" name="Google Shape;475;p23"/>
          <p:cNvGrpSpPr/>
          <p:nvPr/>
        </p:nvGrpSpPr>
        <p:grpSpPr>
          <a:xfrm>
            <a:off x="-889904" y="4083136"/>
            <a:ext cx="4477057" cy="2336436"/>
            <a:chOff x="-889904" y="4006936"/>
            <a:chExt cx="4477057" cy="2336436"/>
          </a:xfrm>
        </p:grpSpPr>
        <p:grpSp>
          <p:nvGrpSpPr>
            <p:cNvPr id="476" name="Google Shape;476;p23"/>
            <p:cNvGrpSpPr/>
            <p:nvPr/>
          </p:nvGrpSpPr>
          <p:grpSpPr>
            <a:xfrm>
              <a:off x="-889904" y="4006936"/>
              <a:ext cx="4477057" cy="2336436"/>
              <a:chOff x="-900729" y="3974486"/>
              <a:chExt cx="4477057" cy="2336436"/>
            </a:xfrm>
          </p:grpSpPr>
          <p:sp>
            <p:nvSpPr>
              <p:cNvPr id="477" name="Google Shape;477;p23"/>
              <p:cNvSpPr/>
              <p:nvPr/>
            </p:nvSpPr>
            <p:spPr>
              <a:xfrm rot="-3600048">
                <a:off x="-675925" y="4363903"/>
                <a:ext cx="1798609" cy="1557602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23"/>
              <p:cNvSpPr/>
              <p:nvPr/>
            </p:nvSpPr>
            <p:spPr>
              <a:xfrm rot="-5400000">
                <a:off x="891329" y="3148090"/>
                <a:ext cx="1793675" cy="3576323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79" name="Google Shape;479;p23"/>
              <p:cNvGrpSpPr/>
              <p:nvPr/>
            </p:nvGrpSpPr>
            <p:grpSpPr>
              <a:xfrm>
                <a:off x="63440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80" name="Google Shape;480;p2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" name="Google Shape;481;p2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" name="Google Shape;482;p2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3" name="Google Shape;483;p2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4" name="Google Shape;484;p2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5" name="Google Shape;485;p2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6" name="Google Shape;486;p2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87" name="Google Shape;487;p23"/>
              <p:cNvGrpSpPr/>
              <p:nvPr/>
            </p:nvGrpSpPr>
            <p:grpSpPr>
              <a:xfrm>
                <a:off x="464815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88" name="Google Shape;488;p2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9" name="Google Shape;489;p2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0" name="Google Shape;490;p2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1" name="Google Shape;491;p2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2" name="Google Shape;492;p2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3" name="Google Shape;493;p2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4" name="Google Shape;494;p2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95" name="Google Shape;495;p23"/>
            <p:cNvGrpSpPr/>
            <p:nvPr/>
          </p:nvGrpSpPr>
          <p:grpSpPr>
            <a:xfrm rot="5400000">
              <a:off x="1017275" y="4934200"/>
              <a:ext cx="439200" cy="439100"/>
              <a:chOff x="1101075" y="2142375"/>
              <a:chExt cx="439200" cy="439100"/>
            </a:xfrm>
          </p:grpSpPr>
          <p:sp>
            <p:nvSpPr>
              <p:cNvPr id="496" name="Google Shape;496;p2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2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98" name="Google Shape;498;p23"/>
          <p:cNvGrpSpPr/>
          <p:nvPr/>
        </p:nvGrpSpPr>
        <p:grpSpPr>
          <a:xfrm>
            <a:off x="-2613417" y="-2882410"/>
            <a:ext cx="8164418" cy="6343459"/>
            <a:chOff x="-2613417" y="-2806210"/>
            <a:chExt cx="8164418" cy="6343459"/>
          </a:xfrm>
        </p:grpSpPr>
        <p:grpSp>
          <p:nvGrpSpPr>
            <p:cNvPr id="499" name="Google Shape;499;p23"/>
            <p:cNvGrpSpPr/>
            <p:nvPr/>
          </p:nvGrpSpPr>
          <p:grpSpPr>
            <a:xfrm>
              <a:off x="-191059" y="95963"/>
              <a:ext cx="1538562" cy="971589"/>
              <a:chOff x="-191059" y="95963"/>
              <a:chExt cx="1538562" cy="971589"/>
            </a:xfrm>
          </p:grpSpPr>
          <p:grpSp>
            <p:nvGrpSpPr>
              <p:cNvPr id="500" name="Google Shape;500;p23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501" name="Google Shape;501;p23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02" name="Google Shape;502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3" name="Google Shape;503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4" name="Google Shape;504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5" name="Google Shape;505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6" name="Google Shape;506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07" name="Google Shape;507;p23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08" name="Google Shape;508;p23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09" name="Google Shape;509;p23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10" name="Google Shape;510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1" name="Google Shape;511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2" name="Google Shape;512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3" name="Google Shape;513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4" name="Google Shape;514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15" name="Google Shape;515;p23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16" name="Google Shape;516;p23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17" name="Google Shape;517;p23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18" name="Google Shape;518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9" name="Google Shape;519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0" name="Google Shape;520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1" name="Google Shape;521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2" name="Google Shape;522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23" name="Google Shape;523;p23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24" name="Google Shape;524;p23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25" name="Google Shape;525;p23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26" name="Google Shape;526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7" name="Google Shape;52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8" name="Google Shape;528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9" name="Google Shape;529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0" name="Google Shape;530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31" name="Google Shape;531;p23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32" name="Google Shape;532;p23"/>
            <p:cNvGrpSpPr/>
            <p:nvPr/>
          </p:nvGrpSpPr>
          <p:grpSpPr>
            <a:xfrm rot="-7479050">
              <a:off x="-2051246" y="-1642948"/>
              <a:ext cx="4889863" cy="3931229"/>
              <a:chOff x="7103825" y="-713112"/>
              <a:chExt cx="3785226" cy="3043150"/>
            </a:xfrm>
          </p:grpSpPr>
          <p:sp>
            <p:nvSpPr>
              <p:cNvPr id="533" name="Google Shape;533;p23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534" name="Google Shape;534;p23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35" name="Google Shape;535;p23"/>
            <p:cNvGrpSpPr/>
            <p:nvPr/>
          </p:nvGrpSpPr>
          <p:grpSpPr>
            <a:xfrm>
              <a:off x="-640220" y="-2653973"/>
              <a:ext cx="6191222" cy="6191222"/>
              <a:chOff x="-640220" y="-2502423"/>
              <a:chExt cx="6191222" cy="6191222"/>
            </a:xfrm>
          </p:grpSpPr>
          <p:sp>
            <p:nvSpPr>
              <p:cNvPr id="536" name="Google Shape;536;p23"/>
              <p:cNvSpPr/>
              <p:nvPr/>
            </p:nvSpPr>
            <p:spPr>
              <a:xfrm rot="-8100000">
                <a:off x="452224" y="-1781500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23"/>
              <p:cNvSpPr/>
              <p:nvPr/>
            </p:nvSpPr>
            <p:spPr>
              <a:xfrm rot="-8100000">
                <a:off x="83608" y="-617740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1" name="Google Shape;541;p25"/>
          <p:cNvSpPr txBox="1"/>
          <p:nvPr>
            <p:ph idx="1" type="subTitle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2" name="Google Shape;542;p25"/>
          <p:cNvSpPr txBox="1"/>
          <p:nvPr>
            <p:ph idx="2" type="subTitle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p25"/>
          <p:cNvSpPr txBox="1"/>
          <p:nvPr>
            <p:ph idx="3" type="subTitle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4" name="Google Shape;544;p25"/>
          <p:cNvSpPr txBox="1"/>
          <p:nvPr>
            <p:ph idx="4" type="subTitle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5" name="Google Shape;545;p25"/>
          <p:cNvSpPr txBox="1"/>
          <p:nvPr>
            <p:ph hasCustomPrompt="1" idx="5" type="title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46" name="Google Shape;546;p25"/>
          <p:cNvSpPr txBox="1"/>
          <p:nvPr>
            <p:ph hasCustomPrompt="1" idx="6" type="title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47" name="Google Shape;547;p25"/>
          <p:cNvSpPr txBox="1"/>
          <p:nvPr>
            <p:ph hasCustomPrompt="1" idx="7" type="title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48" name="Google Shape;548;p25"/>
          <p:cNvSpPr txBox="1"/>
          <p:nvPr>
            <p:ph hasCustomPrompt="1" idx="8" type="title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49" name="Google Shape;549;p25"/>
          <p:cNvSpPr txBox="1"/>
          <p:nvPr>
            <p:ph idx="9" type="subTitle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50" name="Google Shape;550;p25"/>
          <p:cNvSpPr txBox="1"/>
          <p:nvPr>
            <p:ph idx="13" type="subTitle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51" name="Google Shape;551;p25"/>
          <p:cNvSpPr txBox="1"/>
          <p:nvPr>
            <p:ph idx="14" type="subTitle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52" name="Google Shape;552;p25"/>
          <p:cNvSpPr txBox="1"/>
          <p:nvPr>
            <p:ph idx="15" type="subTitle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553" name="Google Shape;553;p25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54" name="Google Shape;554;p25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5" name="Google Shape;555;p25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56" name="Google Shape;556;p25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25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25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25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25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25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25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3" name="Google Shape;563;p25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64" name="Google Shape;564;p25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65" name="Google Shape;565;p25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66" name="Google Shape;566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7" name="Google Shape;567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68" name="Google Shape;568;p25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69" name="Google Shape;569;p25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70" name="Google Shape;570;p25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71" name="Google Shape;571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2" name="Google Shape;572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73" name="Google Shape;573;p25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74" name="Google Shape;574;p25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75" name="Google Shape;575;p25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76" name="Google Shape;576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7" name="Google Shape;577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578" name="Google Shape;578;p25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79" name="Google Shape;579;p25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80" name="Google Shape;580;p2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2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2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83" name="Google Shape;583;p25"/>
            <p:cNvSpPr/>
            <p:nvPr/>
          </p:nvSpPr>
          <p:spPr>
            <a:xfrm>
              <a:off x="6394675" y="0"/>
              <a:ext cx="284119" cy="24604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5"/>
            <p:cNvSpPr/>
            <p:nvPr/>
          </p:nvSpPr>
          <p:spPr>
            <a:xfrm>
              <a:off x="6627600" y="-49075"/>
              <a:ext cx="570546" cy="494095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5" name="Google Shape;585;p25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86" name="Google Shape;586;p25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87" name="Google Shape;587;p25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88" name="Google Shape;588;p25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6"/>
          <p:cNvSpPr txBox="1"/>
          <p:nvPr>
            <p:ph type="title"/>
          </p:nvPr>
        </p:nvSpPr>
        <p:spPr>
          <a:xfrm>
            <a:off x="713225" y="3349250"/>
            <a:ext cx="6691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91" name="Google Shape;591;p26"/>
          <p:cNvSpPr txBox="1"/>
          <p:nvPr>
            <p:ph idx="1" type="subTitle"/>
          </p:nvPr>
        </p:nvSpPr>
        <p:spPr>
          <a:xfrm>
            <a:off x="713225" y="151131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94" name="Google Shape;594;p27"/>
          <p:cNvGrpSpPr/>
          <p:nvPr/>
        </p:nvGrpSpPr>
        <p:grpSpPr>
          <a:xfrm>
            <a:off x="4967675" y="4931713"/>
            <a:ext cx="439200" cy="439100"/>
            <a:chOff x="1101075" y="2142375"/>
            <a:chExt cx="439200" cy="439100"/>
          </a:xfrm>
        </p:grpSpPr>
        <p:sp>
          <p:nvSpPr>
            <p:cNvPr id="595" name="Google Shape;595;p27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7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7" name="Google Shape;597;p27"/>
          <p:cNvGrpSpPr/>
          <p:nvPr/>
        </p:nvGrpSpPr>
        <p:grpSpPr>
          <a:xfrm>
            <a:off x="2176605" y="-3695660"/>
            <a:ext cx="7317722" cy="6983297"/>
            <a:chOff x="2100405" y="-3619460"/>
            <a:chExt cx="7317722" cy="6983297"/>
          </a:xfrm>
        </p:grpSpPr>
        <p:sp>
          <p:nvSpPr>
            <p:cNvPr id="598" name="Google Shape;598;p27"/>
            <p:cNvSpPr/>
            <p:nvPr/>
          </p:nvSpPr>
          <p:spPr>
            <a:xfrm flipH="1" rot="8100000">
              <a:off x="3778999" y="-2106462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9" name="Google Shape;599;p27"/>
            <p:cNvGrpSpPr/>
            <p:nvPr/>
          </p:nvGrpSpPr>
          <p:grpSpPr>
            <a:xfrm rot="2700000">
              <a:off x="7787417" y="120497"/>
              <a:ext cx="582044" cy="582419"/>
              <a:chOff x="959750" y="3039275"/>
              <a:chExt cx="582050" cy="582425"/>
            </a:xfrm>
          </p:grpSpPr>
          <p:sp>
            <p:nvSpPr>
              <p:cNvPr id="600" name="Google Shape;600;p2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2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2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2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2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2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2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7" name="Google Shape;607;p27"/>
            <p:cNvGrpSpPr/>
            <p:nvPr/>
          </p:nvGrpSpPr>
          <p:grpSpPr>
            <a:xfrm rot="2700000">
              <a:off x="8310742" y="-75303"/>
              <a:ext cx="582044" cy="582419"/>
              <a:chOff x="959750" y="3039275"/>
              <a:chExt cx="582050" cy="582425"/>
            </a:xfrm>
          </p:grpSpPr>
          <p:sp>
            <p:nvSpPr>
              <p:cNvPr id="608" name="Google Shape;608;p2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2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2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2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2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2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2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15" name="Google Shape;615;p27"/>
            <p:cNvSpPr/>
            <p:nvPr/>
          </p:nvSpPr>
          <p:spPr>
            <a:xfrm rot="5400000">
              <a:off x="8142048" y="-57566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7"/>
            <p:cNvSpPr/>
            <p:nvPr/>
          </p:nvSpPr>
          <p:spPr>
            <a:xfrm rot="10800000">
              <a:off x="8365398" y="-290023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7"/>
            <p:cNvSpPr/>
            <p:nvPr/>
          </p:nvSpPr>
          <p:spPr>
            <a:xfrm rot="10800000">
              <a:off x="8490148" y="2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7"/>
            <p:cNvSpPr/>
            <p:nvPr/>
          </p:nvSpPr>
          <p:spPr>
            <a:xfrm flipH="1" rot="-2700000">
              <a:off x="3192849" y="-2898537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9" name="Google Shape;619;p27"/>
          <p:cNvGrpSpPr/>
          <p:nvPr/>
        </p:nvGrpSpPr>
        <p:grpSpPr>
          <a:xfrm>
            <a:off x="-2424242" y="2074146"/>
            <a:ext cx="6274943" cy="6257753"/>
            <a:chOff x="-2447692" y="2022396"/>
            <a:chExt cx="6274943" cy="6257753"/>
          </a:xfrm>
        </p:grpSpPr>
        <p:grpSp>
          <p:nvGrpSpPr>
            <p:cNvPr id="620" name="Google Shape;620;p27"/>
            <p:cNvGrpSpPr/>
            <p:nvPr/>
          </p:nvGrpSpPr>
          <p:grpSpPr>
            <a:xfrm flipH="1" rot="10800000">
              <a:off x="-25334" y="4406387"/>
              <a:ext cx="1538562" cy="971589"/>
              <a:chOff x="-191059" y="95963"/>
              <a:chExt cx="1538562" cy="971589"/>
            </a:xfrm>
          </p:grpSpPr>
          <p:grpSp>
            <p:nvGrpSpPr>
              <p:cNvPr id="621" name="Google Shape;621;p27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622" name="Google Shape;622;p27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23" name="Google Shape;623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24" name="Google Shape;624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25" name="Google Shape;625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26" name="Google Shape;626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27" name="Google Shape;627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28" name="Google Shape;628;p27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29" name="Google Shape;629;p27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30" name="Google Shape;630;p27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3" name="Google Shape;633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36" name="Google Shape;636;p27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37" name="Google Shape;637;p27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38" name="Google Shape;638;p27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39" name="Google Shape;639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0" name="Google Shape;640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1" name="Google Shape;641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2" name="Google Shape;642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3" name="Google Shape;643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44" name="Google Shape;644;p27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45" name="Google Shape;645;p27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46" name="Google Shape;646;p27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7" name="Google Shape;647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8" name="Google Shape;648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9" name="Google Shape;649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53" name="Google Shape;653;p27"/>
            <p:cNvGrpSpPr/>
            <p:nvPr/>
          </p:nvGrpSpPr>
          <p:grpSpPr>
            <a:xfrm flipH="1" rot="-3320950">
              <a:off x="-1885521" y="3185658"/>
              <a:ext cx="4889863" cy="3931229"/>
              <a:chOff x="7103825" y="-713112"/>
              <a:chExt cx="3785226" cy="3043150"/>
            </a:xfrm>
          </p:grpSpPr>
          <p:sp>
            <p:nvSpPr>
              <p:cNvPr id="654" name="Google Shape;654;p27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655" name="Google Shape;655;p27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56" name="Google Shape;656;p27"/>
            <p:cNvSpPr/>
            <p:nvPr/>
          </p:nvSpPr>
          <p:spPr>
            <a:xfrm flipH="1" rot="-2700000">
              <a:off x="249333" y="3270782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7" name="Google Shape;657;p27"/>
            <p:cNvGrpSpPr/>
            <p:nvPr/>
          </p:nvGrpSpPr>
          <p:grpSpPr>
            <a:xfrm rot="5400000">
              <a:off x="1987130" y="4230949"/>
              <a:ext cx="88142" cy="1137387"/>
              <a:chOff x="3054755" y="4367024"/>
              <a:chExt cx="88142" cy="1137387"/>
            </a:xfrm>
          </p:grpSpPr>
          <p:sp>
            <p:nvSpPr>
              <p:cNvPr id="658" name="Google Shape;658;p27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27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62" name="Google Shape;662;p28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663" name="Google Shape;663;p28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664" name="Google Shape;664;p2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2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2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7" name="Google Shape;667;p28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668" name="Google Shape;668;p28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69" name="Google Shape;669;p28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70" name="Google Shape;670;p2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1" name="Google Shape;671;p2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672" name="Google Shape;672;p28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8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4" name="Google Shape;674;p28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675" name="Google Shape;675;p2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76" name="Google Shape;676;p28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677" name="Google Shape;677;p28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78" name="Google Shape;678;p28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79" name="Google Shape;679;p2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0" name="Google Shape;680;p2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681" name="Google Shape;681;p28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682" name="Google Shape;682;p28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8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4" name="Google Shape;684;p28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685" name="Google Shape;685;p2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6" name="Google Shape;686;p28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87" name="Google Shape;687;p28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688" name="Google Shape;688;p28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89" name="Google Shape;689;p28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0" name="Google Shape;690;p28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1" name="Google Shape;691;p28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2" name="Google Shape;692;p28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3" name="Google Shape;693;p28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4" name="Google Shape;694;p28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5" name="Google Shape;695;p28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96" name="Google Shape;696;p28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97" name="Google Shape;697;p28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8" name="Google Shape;698;p28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9" name="Google Shape;699;p28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0" name="Google Shape;700;p28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1" name="Google Shape;701;p28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2" name="Google Shape;702;p28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3" name="Google Shape;703;p28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04" name="Google Shape;704;p28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705" name="Google Shape;705;p28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6" name="Google Shape;706;p28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7" name="Google Shape;707;p28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8" name="Google Shape;708;p28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9" name="Google Shape;709;p28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0" name="Google Shape;710;p28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1" name="Google Shape;711;p28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12" name="Google Shape;712;p28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713" name="Google Shape;713;p28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14" name="Google Shape;714;p28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5" name="Google Shape;715;p28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18" name="Google Shape;718;p29"/>
          <p:cNvGrpSpPr/>
          <p:nvPr/>
        </p:nvGrpSpPr>
        <p:grpSpPr>
          <a:xfrm>
            <a:off x="-2176650" y="-112745"/>
            <a:ext cx="4680670" cy="5935195"/>
            <a:chOff x="-2176650" y="-112745"/>
            <a:chExt cx="4680670" cy="5935195"/>
          </a:xfrm>
        </p:grpSpPr>
        <p:grpSp>
          <p:nvGrpSpPr>
            <p:cNvPr id="719" name="Google Shape;719;p29"/>
            <p:cNvGrpSpPr/>
            <p:nvPr/>
          </p:nvGrpSpPr>
          <p:grpSpPr>
            <a:xfrm>
              <a:off x="-2176650" y="-112745"/>
              <a:ext cx="4680670" cy="5935195"/>
              <a:chOff x="-2176650" y="-112745"/>
              <a:chExt cx="4680670" cy="5935195"/>
            </a:xfrm>
          </p:grpSpPr>
          <p:sp>
            <p:nvSpPr>
              <p:cNvPr id="720" name="Google Shape;720;p29"/>
              <p:cNvSpPr/>
              <p:nvPr/>
            </p:nvSpPr>
            <p:spPr>
              <a:xfrm rot="-2700000">
                <a:off x="-1523974" y="21782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21" name="Google Shape;721;p29"/>
              <p:cNvGrpSpPr/>
              <p:nvPr/>
            </p:nvGrpSpPr>
            <p:grpSpPr>
              <a:xfrm rot="-2700000">
                <a:off x="10491" y="4440580"/>
                <a:ext cx="582044" cy="582419"/>
                <a:chOff x="959750" y="3039275"/>
                <a:chExt cx="582050" cy="582425"/>
              </a:xfrm>
            </p:grpSpPr>
            <p:sp>
              <p:nvSpPr>
                <p:cNvPr id="722" name="Google Shape;722;p29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3" name="Google Shape;723;p29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4" name="Google Shape;724;p29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5" name="Google Shape;725;p29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6" name="Google Shape;726;p29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7" name="Google Shape;727;p29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8" name="Google Shape;728;p29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29" name="Google Shape;729;p29"/>
              <p:cNvGrpSpPr/>
              <p:nvPr/>
            </p:nvGrpSpPr>
            <p:grpSpPr>
              <a:xfrm rot="-2700000">
                <a:off x="-183259" y="2704590"/>
                <a:ext cx="582044" cy="582419"/>
                <a:chOff x="959750" y="3039275"/>
                <a:chExt cx="582050" cy="582425"/>
              </a:xfrm>
            </p:grpSpPr>
            <p:sp>
              <p:nvSpPr>
                <p:cNvPr id="730" name="Google Shape;730;p29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1" name="Google Shape;731;p29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2" name="Google Shape;732;p29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3" name="Google Shape;733;p29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4" name="Google Shape;734;p29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5" name="Google Shape;735;p29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6" name="Google Shape;736;p29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37" name="Google Shape;737;p29"/>
              <p:cNvSpPr/>
              <p:nvPr/>
            </p:nvSpPr>
            <p:spPr>
              <a:xfrm flipH="1" rot="2700000">
                <a:off x="-1073899" y="4736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8" name="Google Shape;738;p29"/>
            <p:cNvGrpSpPr/>
            <p:nvPr/>
          </p:nvGrpSpPr>
          <p:grpSpPr>
            <a:xfrm>
              <a:off x="-234425" y="3727550"/>
              <a:ext cx="439200" cy="439100"/>
              <a:chOff x="1101075" y="2142375"/>
              <a:chExt cx="439200" cy="439100"/>
            </a:xfrm>
          </p:grpSpPr>
          <p:sp>
            <p:nvSpPr>
              <p:cNvPr id="739" name="Google Shape;739;p2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2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1" name="Google Shape;741;p29"/>
            <p:cNvGrpSpPr/>
            <p:nvPr/>
          </p:nvGrpSpPr>
          <p:grpSpPr>
            <a:xfrm rot="10800000">
              <a:off x="713225" y="4931225"/>
              <a:ext cx="439200" cy="439100"/>
              <a:chOff x="1101075" y="2142375"/>
              <a:chExt cx="439200" cy="439100"/>
            </a:xfrm>
          </p:grpSpPr>
          <p:sp>
            <p:nvSpPr>
              <p:cNvPr id="742" name="Google Shape;742;p2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2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44" name="Google Shape;744;p29"/>
          <p:cNvGrpSpPr/>
          <p:nvPr/>
        </p:nvGrpSpPr>
        <p:grpSpPr>
          <a:xfrm>
            <a:off x="6642300" y="-415701"/>
            <a:ext cx="4558967" cy="1887075"/>
            <a:chOff x="6566100" y="-415701"/>
            <a:chExt cx="4558967" cy="1887075"/>
          </a:xfrm>
        </p:grpSpPr>
        <p:pic>
          <p:nvPicPr>
            <p:cNvPr id="745" name="Google Shape;745;p2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8278550" y="-3923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46" name="Google Shape;746;p29"/>
            <p:cNvGrpSpPr/>
            <p:nvPr/>
          </p:nvGrpSpPr>
          <p:grpSpPr>
            <a:xfrm rot="5400000">
              <a:off x="7714062" y="-991384"/>
              <a:ext cx="1433417" cy="2584783"/>
              <a:chOff x="-363163" y="-645596"/>
              <a:chExt cx="1433417" cy="2584783"/>
            </a:xfrm>
          </p:grpSpPr>
          <p:grpSp>
            <p:nvGrpSpPr>
              <p:cNvPr id="747" name="Google Shape;747;p29"/>
              <p:cNvGrpSpPr/>
              <p:nvPr/>
            </p:nvGrpSpPr>
            <p:grpSpPr>
              <a:xfrm rot="10800000">
                <a:off x="-64595" y="-645596"/>
                <a:ext cx="1134849" cy="2370191"/>
                <a:chOff x="-575575" y="3685599"/>
                <a:chExt cx="1421048" cy="2967932"/>
              </a:xfrm>
            </p:grpSpPr>
            <p:sp>
              <p:nvSpPr>
                <p:cNvPr id="748" name="Google Shape;748;p29"/>
                <p:cNvSpPr/>
                <p:nvPr/>
              </p:nvSpPr>
              <p:spPr>
                <a:xfrm>
                  <a:off x="-575575" y="3685599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9" name="Google Shape;749;p29"/>
                <p:cNvSpPr/>
                <p:nvPr/>
              </p:nvSpPr>
              <p:spPr>
                <a:xfrm rot="10800000">
                  <a:off x="-575573" y="3820175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50" name="Google Shape;750;p29"/>
              <p:cNvSpPr/>
              <p:nvPr/>
            </p:nvSpPr>
            <p:spPr>
              <a:xfrm>
                <a:off x="0" y="36165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29"/>
              <p:cNvSpPr/>
              <p:nvPr/>
            </p:nvSpPr>
            <p:spPr>
              <a:xfrm>
                <a:off x="131225" y="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52" name="Google Shape;752;p29"/>
              <p:cNvGrpSpPr/>
              <p:nvPr/>
            </p:nvGrpSpPr>
            <p:grpSpPr>
              <a:xfrm flipH="1" rot="-2700000">
                <a:off x="-216370" y="1084101"/>
                <a:ext cx="708093" cy="708493"/>
                <a:chOff x="3678700" y="407275"/>
                <a:chExt cx="708100" cy="708500"/>
              </a:xfrm>
            </p:grpSpPr>
            <p:sp>
              <p:nvSpPr>
                <p:cNvPr id="753" name="Google Shape;753;p29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4" name="Google Shape;754;p29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5" name="Google Shape;755;p29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6" name="Google Shape;756;p29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7" name="Google Shape;757;p29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8" name="Google Shape;758;p29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9" name="Google Shape;759;p29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60" name="Google Shape;760;p29"/>
            <p:cNvGrpSpPr/>
            <p:nvPr/>
          </p:nvGrpSpPr>
          <p:grpSpPr>
            <a:xfrm rot="10800000">
              <a:off x="6566100" y="233963"/>
              <a:ext cx="4558967" cy="134100"/>
              <a:chOff x="796100" y="3019701"/>
              <a:chExt cx="4558967" cy="134100"/>
            </a:xfrm>
          </p:grpSpPr>
          <p:sp>
            <p:nvSpPr>
              <p:cNvPr id="761" name="Google Shape;761;p2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62" name="Google Shape;762;p2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63" name="Google Shape;763;p2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0_1_1_1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5" name="Google Shape;765;p30"/>
          <p:cNvGrpSpPr/>
          <p:nvPr/>
        </p:nvGrpSpPr>
        <p:grpSpPr>
          <a:xfrm>
            <a:off x="5404975" y="2221118"/>
            <a:ext cx="4263000" cy="3617400"/>
            <a:chOff x="5328775" y="2221118"/>
            <a:chExt cx="4263000" cy="3617400"/>
          </a:xfrm>
        </p:grpSpPr>
        <p:sp>
          <p:nvSpPr>
            <p:cNvPr id="766" name="Google Shape;766;p30"/>
            <p:cNvSpPr/>
            <p:nvPr/>
          </p:nvSpPr>
          <p:spPr>
            <a:xfrm>
              <a:off x="5328775" y="2221118"/>
              <a:ext cx="4263000" cy="36174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67" name="Google Shape;767;p30"/>
            <p:cNvGrpSpPr/>
            <p:nvPr/>
          </p:nvGrpSpPr>
          <p:grpSpPr>
            <a:xfrm>
              <a:off x="7218100" y="4855088"/>
              <a:ext cx="931125" cy="525763"/>
              <a:chOff x="7218100" y="4855088"/>
              <a:chExt cx="931125" cy="525763"/>
            </a:xfrm>
          </p:grpSpPr>
          <p:grpSp>
            <p:nvGrpSpPr>
              <p:cNvPr id="768" name="Google Shape;768;p30"/>
              <p:cNvGrpSpPr/>
              <p:nvPr/>
            </p:nvGrpSpPr>
            <p:grpSpPr>
              <a:xfrm>
                <a:off x="7710025" y="4941750"/>
                <a:ext cx="439200" cy="439100"/>
                <a:chOff x="1101075" y="2142375"/>
                <a:chExt cx="439200" cy="439100"/>
              </a:xfrm>
            </p:grpSpPr>
            <p:sp>
              <p:nvSpPr>
                <p:cNvPr id="769" name="Google Shape;76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0" name="Google Shape;77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71" name="Google Shape;771;p30"/>
              <p:cNvGrpSpPr/>
              <p:nvPr/>
            </p:nvGrpSpPr>
            <p:grpSpPr>
              <a:xfrm>
                <a:off x="7218100" y="4855088"/>
                <a:ext cx="439200" cy="439100"/>
                <a:chOff x="1101075" y="2142375"/>
                <a:chExt cx="439200" cy="439100"/>
              </a:xfrm>
            </p:grpSpPr>
            <p:sp>
              <p:nvSpPr>
                <p:cNvPr id="772" name="Google Shape;772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774" name="Google Shape;774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75" name="Google Shape;775;p30"/>
          <p:cNvGrpSpPr/>
          <p:nvPr/>
        </p:nvGrpSpPr>
        <p:grpSpPr>
          <a:xfrm>
            <a:off x="-2175000" y="3012192"/>
            <a:ext cx="3701086" cy="3345172"/>
            <a:chOff x="-1886500" y="2599117"/>
            <a:chExt cx="3701086" cy="3345172"/>
          </a:xfrm>
        </p:grpSpPr>
        <p:pic>
          <p:nvPicPr>
            <p:cNvPr id="776" name="Google Shape;776;p3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10800000">
              <a:off x="-1886500" y="3119537"/>
              <a:ext cx="3701086" cy="2824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30"/>
            <p:cNvSpPr/>
            <p:nvPr/>
          </p:nvSpPr>
          <p:spPr>
            <a:xfrm rot="10800000">
              <a:off x="-402274" y="2599117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30"/>
            <p:cNvSpPr/>
            <p:nvPr/>
          </p:nvSpPr>
          <p:spPr>
            <a:xfrm rot="10800000">
              <a:off x="-207237" y="2599870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9" name="Google Shape;779;p30"/>
            <p:cNvGrpSpPr/>
            <p:nvPr/>
          </p:nvGrpSpPr>
          <p:grpSpPr>
            <a:xfrm rot="10800000">
              <a:off x="-37979" y="5013439"/>
              <a:ext cx="134004" cy="134004"/>
              <a:chOff x="8356813" y="1074288"/>
              <a:chExt cx="351900" cy="351900"/>
            </a:xfrm>
          </p:grpSpPr>
          <p:sp>
            <p:nvSpPr>
              <p:cNvPr id="780" name="Google Shape;780;p3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3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2" name="Google Shape;782;p30"/>
            <p:cNvGrpSpPr/>
            <p:nvPr/>
          </p:nvGrpSpPr>
          <p:grpSpPr>
            <a:xfrm rot="10800000">
              <a:off x="447446" y="4173589"/>
              <a:ext cx="134004" cy="134004"/>
              <a:chOff x="8356813" y="1074288"/>
              <a:chExt cx="351900" cy="351900"/>
            </a:xfrm>
          </p:grpSpPr>
          <p:sp>
            <p:nvSpPr>
              <p:cNvPr id="783" name="Google Shape;783;p3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3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5" name="Google Shape;785;p30"/>
            <p:cNvGrpSpPr/>
            <p:nvPr/>
          </p:nvGrpSpPr>
          <p:grpSpPr>
            <a:xfrm rot="10800000">
              <a:off x="539621" y="2985514"/>
              <a:ext cx="134004" cy="134004"/>
              <a:chOff x="8356813" y="1074288"/>
              <a:chExt cx="351900" cy="351900"/>
            </a:xfrm>
          </p:grpSpPr>
          <p:sp>
            <p:nvSpPr>
              <p:cNvPr id="786" name="Google Shape;786;p3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3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88" name="Google Shape;788;p30"/>
          <p:cNvGrpSpPr/>
          <p:nvPr/>
        </p:nvGrpSpPr>
        <p:grpSpPr>
          <a:xfrm>
            <a:off x="5928900" y="-249669"/>
            <a:ext cx="5688165" cy="3493826"/>
            <a:chOff x="5852700" y="-249669"/>
            <a:chExt cx="5688165" cy="3493826"/>
          </a:xfrm>
        </p:grpSpPr>
        <p:grpSp>
          <p:nvGrpSpPr>
            <p:cNvPr id="789" name="Google Shape;789;p30"/>
            <p:cNvGrpSpPr/>
            <p:nvPr/>
          </p:nvGrpSpPr>
          <p:grpSpPr>
            <a:xfrm>
              <a:off x="8783705" y="1899359"/>
              <a:ext cx="402160" cy="1344798"/>
              <a:chOff x="8668555" y="1976884"/>
              <a:chExt cx="402160" cy="1344798"/>
            </a:xfrm>
          </p:grpSpPr>
          <p:sp>
            <p:nvSpPr>
              <p:cNvPr id="790" name="Google Shape;790;p30"/>
              <p:cNvSpPr/>
              <p:nvPr/>
            </p:nvSpPr>
            <p:spPr>
              <a:xfrm flipH="1">
                <a:off x="8823846" y="209496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30"/>
              <p:cNvSpPr/>
              <p:nvPr/>
            </p:nvSpPr>
            <p:spPr>
              <a:xfrm flipH="1">
                <a:off x="8668555" y="19768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2" name="Google Shape;792;p30"/>
            <p:cNvGrpSpPr/>
            <p:nvPr/>
          </p:nvGrpSpPr>
          <p:grpSpPr>
            <a:xfrm>
              <a:off x="8598675" y="1421188"/>
              <a:ext cx="904666" cy="726121"/>
              <a:chOff x="7945225" y="4302000"/>
              <a:chExt cx="904666" cy="726121"/>
            </a:xfrm>
          </p:grpSpPr>
          <p:sp>
            <p:nvSpPr>
              <p:cNvPr id="793" name="Google Shape;793;p3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3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3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6" name="Google Shape;796;p30"/>
            <p:cNvGrpSpPr/>
            <p:nvPr/>
          </p:nvGrpSpPr>
          <p:grpSpPr>
            <a:xfrm flipH="1" rot="10800000">
              <a:off x="7579756" y="-249669"/>
              <a:ext cx="2601921" cy="2438355"/>
              <a:chOff x="7340128" y="2866613"/>
              <a:chExt cx="2439225" cy="2438355"/>
            </a:xfrm>
          </p:grpSpPr>
          <p:sp>
            <p:nvSpPr>
              <p:cNvPr id="797" name="Google Shape;797;p30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30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99" name="Google Shape;799;p30"/>
            <p:cNvSpPr/>
            <p:nvPr/>
          </p:nvSpPr>
          <p:spPr>
            <a:xfrm flipH="1" rot="5400000">
              <a:off x="6551329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00" name="Google Shape;800;p30"/>
            <p:cNvGrpSpPr/>
            <p:nvPr/>
          </p:nvGrpSpPr>
          <p:grpSpPr>
            <a:xfrm>
              <a:off x="6917701" y="246011"/>
              <a:ext cx="4623164" cy="134100"/>
              <a:chOff x="6917701" y="246011"/>
              <a:chExt cx="4623164" cy="134100"/>
            </a:xfrm>
          </p:grpSpPr>
          <p:sp>
            <p:nvSpPr>
              <p:cNvPr id="801" name="Google Shape;801;p30"/>
              <p:cNvSpPr/>
              <p:nvPr/>
            </p:nvSpPr>
            <p:spPr>
              <a:xfrm flipH="1">
                <a:off x="6917701" y="24601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30"/>
              <p:cNvSpPr/>
              <p:nvPr/>
            </p:nvSpPr>
            <p:spPr>
              <a:xfrm flipH="1">
                <a:off x="6947889" y="27615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03" name="Google Shape;803;p30"/>
              <p:cNvCxnSpPr/>
              <p:nvPr/>
            </p:nvCxnSpPr>
            <p:spPr>
              <a:xfrm rot="10800000">
                <a:off x="7013865" y="313050"/>
                <a:ext cx="4527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6" name="Google Shape;806;p31"/>
          <p:cNvSpPr txBox="1"/>
          <p:nvPr>
            <p:ph idx="1" type="subTitle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7" name="Google Shape;807;p31"/>
          <p:cNvSpPr txBox="1"/>
          <p:nvPr>
            <p:ph idx="2" type="subTitle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08" name="Google Shape;808;p31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809" name="Google Shape;809;p31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rect b="b" l="l" r="r" t="t"/>
              <a:pathLst>
                <a:path extrusionOk="0" h="27731" w="306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1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rect b="b" l="l" r="r" t="t"/>
              <a:pathLst>
                <a:path extrusionOk="0" h="27731" w="305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1" name="Google Shape;811;p31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812" name="Google Shape;812;p31"/>
            <p:cNvSpPr/>
            <p:nvPr/>
          </p:nvSpPr>
          <p:spPr>
            <a:xfrm>
              <a:off x="6883700" y="14075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1"/>
            <p:cNvSpPr/>
            <p:nvPr/>
          </p:nvSpPr>
          <p:spPr>
            <a:xfrm>
              <a:off x="7842318" y="13857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1"/>
            <p:cNvSpPr/>
            <p:nvPr/>
          </p:nvSpPr>
          <p:spPr>
            <a:xfrm>
              <a:off x="7734200" y="2571774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1"/>
            <p:cNvSpPr/>
            <p:nvPr/>
          </p:nvSpPr>
          <p:spPr>
            <a:xfrm>
              <a:off x="7758564" y="1550075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6" name="Google Shape;816;p31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817" name="Google Shape;817;p31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818" name="Google Shape;818;p31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31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31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821" name="Google Shape;821;p3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2" name="Google Shape;822;p31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1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4" name="Google Shape;824;p31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825" name="Google Shape;825;p31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31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7" name="Google Shape;827;p31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828" name="Google Shape;828;p31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31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31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31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31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31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31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5" name="Google Shape;835;p31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836" name="Google Shape;836;p31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31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31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31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31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31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31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32"/>
          <p:cNvSpPr txBox="1"/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32"/>
          <p:cNvSpPr txBox="1"/>
          <p:nvPr>
            <p:ph idx="1" type="subTitle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46" name="Google Shape;846;p32"/>
          <p:cNvGrpSpPr/>
          <p:nvPr/>
        </p:nvGrpSpPr>
        <p:grpSpPr>
          <a:xfrm>
            <a:off x="-1623735" y="2499757"/>
            <a:ext cx="5119205" cy="4373890"/>
            <a:chOff x="-1547535" y="2499757"/>
            <a:chExt cx="5119205" cy="4373890"/>
          </a:xfrm>
        </p:grpSpPr>
        <p:pic>
          <p:nvPicPr>
            <p:cNvPr id="847" name="Google Shape;847;p3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-5400000">
              <a:off x="-1751185" y="3417285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48" name="Google Shape;848;p32"/>
            <p:cNvGrpSpPr/>
            <p:nvPr/>
          </p:nvGrpSpPr>
          <p:grpSpPr>
            <a:xfrm rot="-5400000">
              <a:off x="123777" y="4587830"/>
              <a:ext cx="480890" cy="481200"/>
              <a:chOff x="959750" y="3039275"/>
              <a:chExt cx="582050" cy="582425"/>
            </a:xfrm>
          </p:grpSpPr>
          <p:sp>
            <p:nvSpPr>
              <p:cNvPr id="849" name="Google Shape;849;p3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3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3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3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3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3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3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6" name="Google Shape;856;p32"/>
            <p:cNvGrpSpPr/>
            <p:nvPr/>
          </p:nvGrpSpPr>
          <p:grpSpPr>
            <a:xfrm rot="-5400000">
              <a:off x="-564590" y="2079321"/>
              <a:ext cx="3153315" cy="5119205"/>
              <a:chOff x="6643701" y="816087"/>
              <a:chExt cx="3153315" cy="5119205"/>
            </a:xfrm>
          </p:grpSpPr>
          <p:sp>
            <p:nvSpPr>
              <p:cNvPr id="857" name="Google Shape;857;p32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58" name="Google Shape;858;p32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859" name="Google Shape;859;p3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0" name="Google Shape;860;p3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61" name="Google Shape;861;p32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62" name="Google Shape;862;p3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3" name="Google Shape;863;p3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64" name="Google Shape;864;p32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65" name="Google Shape;865;p3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6" name="Google Shape;866;p3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867" name="Google Shape;867;p32"/>
            <p:cNvSpPr/>
            <p:nvPr/>
          </p:nvSpPr>
          <p:spPr>
            <a:xfrm>
              <a:off x="-630272" y="2499757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68" name="Google Shape;868;p32"/>
            <p:cNvGrpSpPr/>
            <p:nvPr/>
          </p:nvGrpSpPr>
          <p:grpSpPr>
            <a:xfrm rot="-5400000">
              <a:off x="99300" y="3411735"/>
              <a:ext cx="88151" cy="2151709"/>
              <a:chOff x="3054755" y="4367024"/>
              <a:chExt cx="88142" cy="1137387"/>
            </a:xfrm>
          </p:grpSpPr>
          <p:sp>
            <p:nvSpPr>
              <p:cNvPr id="869" name="Google Shape;869;p32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32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1" name="Google Shape;871;p32"/>
            <p:cNvGrpSpPr/>
            <p:nvPr/>
          </p:nvGrpSpPr>
          <p:grpSpPr>
            <a:xfrm rot="-5400000">
              <a:off x="-28713" y="3651410"/>
              <a:ext cx="88151" cy="2151709"/>
              <a:chOff x="3054755" y="4367024"/>
              <a:chExt cx="88142" cy="1137387"/>
            </a:xfrm>
          </p:grpSpPr>
          <p:sp>
            <p:nvSpPr>
              <p:cNvPr id="872" name="Google Shape;872;p32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32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74" name="Google Shape;874;p32"/>
          <p:cNvGrpSpPr/>
          <p:nvPr/>
        </p:nvGrpSpPr>
        <p:grpSpPr>
          <a:xfrm rot="-5400000">
            <a:off x="7274810" y="-1067450"/>
            <a:ext cx="3920501" cy="3213899"/>
            <a:chOff x="6643710" y="2822113"/>
            <a:chExt cx="3920501" cy="3213899"/>
          </a:xfrm>
        </p:grpSpPr>
        <p:pic>
          <p:nvPicPr>
            <p:cNvPr id="875" name="Google Shape;875;p3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6" name="Google Shape;876;p32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2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2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79" name="Google Shape;879;p32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880" name="Google Shape;880;p3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3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3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3" name="Google Shape;883;p32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884" name="Google Shape;884;p3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3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3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9" name="Google Shape;889;p33"/>
          <p:cNvSpPr txBox="1"/>
          <p:nvPr>
            <p:ph idx="1" type="body"/>
          </p:nvPr>
        </p:nvSpPr>
        <p:spPr>
          <a:xfrm>
            <a:off x="720000" y="1139550"/>
            <a:ext cx="4528500" cy="6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890" name="Google Shape;890;p33"/>
          <p:cNvGrpSpPr/>
          <p:nvPr/>
        </p:nvGrpSpPr>
        <p:grpSpPr>
          <a:xfrm>
            <a:off x="6846993" y="-1382193"/>
            <a:ext cx="4230595" cy="4230595"/>
            <a:chOff x="6597168" y="-1305993"/>
            <a:chExt cx="4230595" cy="4230595"/>
          </a:xfrm>
        </p:grpSpPr>
        <p:sp>
          <p:nvSpPr>
            <p:cNvPr id="891" name="Google Shape;891;p33"/>
            <p:cNvSpPr/>
            <p:nvPr/>
          </p:nvSpPr>
          <p:spPr>
            <a:xfrm flipH="1" rot="-8100000">
              <a:off x="7249845" y="-719557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3"/>
            <p:cNvSpPr/>
            <p:nvPr/>
          </p:nvSpPr>
          <p:spPr>
            <a:xfrm>
              <a:off x="8355611" y="-292048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3"/>
            <p:cNvSpPr/>
            <p:nvPr/>
          </p:nvSpPr>
          <p:spPr>
            <a:xfrm>
              <a:off x="8608100" y="70376"/>
              <a:ext cx="687411" cy="2086997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94" name="Google Shape;894;p33"/>
            <p:cNvGrpSpPr/>
            <p:nvPr/>
          </p:nvGrpSpPr>
          <p:grpSpPr>
            <a:xfrm>
              <a:off x="8449011" y="1244697"/>
              <a:ext cx="134100" cy="134100"/>
              <a:chOff x="-1999139" y="3143772"/>
              <a:chExt cx="134100" cy="134100"/>
            </a:xfrm>
          </p:grpSpPr>
          <p:sp>
            <p:nvSpPr>
              <p:cNvPr id="895" name="Google Shape;895;p33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33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7" name="Google Shape;897;p33"/>
            <p:cNvGrpSpPr/>
            <p:nvPr/>
          </p:nvGrpSpPr>
          <p:grpSpPr>
            <a:xfrm>
              <a:off x="8577286" y="2178484"/>
              <a:ext cx="134100" cy="134100"/>
              <a:chOff x="-1999139" y="3143772"/>
              <a:chExt cx="134100" cy="134100"/>
            </a:xfrm>
          </p:grpSpPr>
          <p:sp>
            <p:nvSpPr>
              <p:cNvPr id="898" name="Google Shape;898;p33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33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0" name="Google Shape;900;p33"/>
            <p:cNvGrpSpPr/>
            <p:nvPr/>
          </p:nvGrpSpPr>
          <p:grpSpPr>
            <a:xfrm>
              <a:off x="8526386" y="311022"/>
              <a:ext cx="134004" cy="134004"/>
              <a:chOff x="8356813" y="1074288"/>
              <a:chExt cx="351900" cy="351900"/>
            </a:xfrm>
          </p:grpSpPr>
          <p:sp>
            <p:nvSpPr>
              <p:cNvPr id="901" name="Google Shape;901;p33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33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903" name="Google Shape;903;p3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4" name="Google Shape;904;p33"/>
          <p:cNvGrpSpPr/>
          <p:nvPr/>
        </p:nvGrpSpPr>
        <p:grpSpPr>
          <a:xfrm rot="5400000">
            <a:off x="-1981527" y="1924690"/>
            <a:ext cx="6191222" cy="6191222"/>
            <a:chOff x="-2825827" y="1271890"/>
            <a:chExt cx="6191222" cy="6191222"/>
          </a:xfrm>
        </p:grpSpPr>
        <p:pic>
          <p:nvPicPr>
            <p:cNvPr id="905" name="Google Shape;905;p3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06" name="Google Shape;906;p33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907" name="Google Shape;907;p33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33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09" name="Google Shape;909;p33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910" name="Google Shape;910;p33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1" name="Google Shape;911;p33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12" name="Google Shape;912;p33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913" name="Google Shape;913;p33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4" name="Google Shape;914;p33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15" name="Google Shape;915;p33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916" name="Google Shape;916;p33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7" name="Google Shape;917;p33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18" name="Google Shape;918;p33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919" name="Google Shape;919;p33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20" name="Google Shape;920;p33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34"/>
          <p:cNvGrpSpPr/>
          <p:nvPr/>
        </p:nvGrpSpPr>
        <p:grpSpPr>
          <a:xfrm>
            <a:off x="4582521" y="2433470"/>
            <a:ext cx="5022035" cy="4764449"/>
            <a:chOff x="4571996" y="2268220"/>
            <a:chExt cx="5022035" cy="4764449"/>
          </a:xfrm>
        </p:grpSpPr>
        <p:pic>
          <p:nvPicPr>
            <p:cNvPr id="923" name="Google Shape;923;p3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24" name="Google Shape;924;p34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925" name="Google Shape;925;p34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926" name="Google Shape;926;p34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7" name="Google Shape;927;p34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28" name="Google Shape;928;p34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929" name="Google Shape;929;p34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0" name="Google Shape;930;p34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1" name="Google Shape;931;p34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32" name="Google Shape;932;p34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33" name="Google Shape;933;p34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34" name="Google Shape;934;p34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35" name="Google Shape;935;p34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36" name="Google Shape;936;p3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37" name="Google Shape;937;p3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38" name="Google Shape;938;p3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39" name="Google Shape;939;p3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40" name="Google Shape;940;p3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41" name="Google Shape;941;p34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42" name="Google Shape;942;p34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943" name="Google Shape;943;p34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44" name="Google Shape;944;p34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45" name="Google Shape;945;p34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46" name="Google Shape;946;p3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47" name="Google Shape;947;p3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48" name="Google Shape;948;p3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49" name="Google Shape;949;p3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0" name="Google Shape;950;p3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51" name="Google Shape;951;p34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52" name="Google Shape;952;p34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53" name="Google Shape;953;p34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54" name="Google Shape;954;p34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55" name="Google Shape;955;p34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56" name="Google Shape;956;p3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7" name="Google Shape;957;p3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8" name="Google Shape;958;p3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9" name="Google Shape;959;p3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60" name="Google Shape;960;p3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61" name="Google Shape;961;p34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62" name="Google Shape;962;p34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963" name="Google Shape;963;p34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4" name="Google Shape;964;p34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65" name="Google Shape;965;p34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966" name="Google Shape;966;p3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3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68" name="Google Shape;968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9" name="Google Shape;969;p34"/>
          <p:cNvSpPr txBox="1"/>
          <p:nvPr>
            <p:ph idx="1" type="body"/>
          </p:nvPr>
        </p:nvSpPr>
        <p:spPr>
          <a:xfrm>
            <a:off x="720000" y="1139550"/>
            <a:ext cx="4290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70" name="Google Shape;970;p34"/>
          <p:cNvSpPr txBox="1"/>
          <p:nvPr>
            <p:ph idx="2" type="body"/>
          </p:nvPr>
        </p:nvSpPr>
        <p:spPr>
          <a:xfrm>
            <a:off x="5249025" y="1139550"/>
            <a:ext cx="3174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971" name="Google Shape;971;p34"/>
          <p:cNvGrpSpPr/>
          <p:nvPr/>
        </p:nvGrpSpPr>
        <p:grpSpPr>
          <a:xfrm>
            <a:off x="-913829" y="-2335097"/>
            <a:ext cx="5022161" cy="4764814"/>
            <a:chOff x="-837629" y="-2258897"/>
            <a:chExt cx="5022161" cy="4764814"/>
          </a:xfrm>
        </p:grpSpPr>
        <p:grpSp>
          <p:nvGrpSpPr>
            <p:cNvPr id="972" name="Google Shape;972;p34"/>
            <p:cNvGrpSpPr/>
            <p:nvPr/>
          </p:nvGrpSpPr>
          <p:grpSpPr>
            <a:xfrm>
              <a:off x="-837629" y="-736613"/>
              <a:ext cx="1989039" cy="1471668"/>
              <a:chOff x="-494406" y="-252396"/>
              <a:chExt cx="1741563" cy="1288563"/>
            </a:xfrm>
          </p:grpSpPr>
          <p:sp>
            <p:nvSpPr>
              <p:cNvPr id="973" name="Google Shape;973;p3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3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75" name="Google Shape;975;p34"/>
            <p:cNvGrpSpPr/>
            <p:nvPr/>
          </p:nvGrpSpPr>
          <p:grpSpPr>
            <a:xfrm rot="-8100000">
              <a:off x="344623" y="-1788220"/>
              <a:ext cx="2915004" cy="3823461"/>
              <a:chOff x="2976325" y="908175"/>
              <a:chExt cx="4028179" cy="5283555"/>
            </a:xfrm>
          </p:grpSpPr>
          <p:sp>
            <p:nvSpPr>
              <p:cNvPr id="976" name="Google Shape;976;p3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3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3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79" name="Google Shape;979;p34"/>
            <p:cNvGrpSpPr/>
            <p:nvPr/>
          </p:nvGrpSpPr>
          <p:grpSpPr>
            <a:xfrm>
              <a:off x="-272968" y="261330"/>
              <a:ext cx="799446" cy="546640"/>
              <a:chOff x="39722" y="4349021"/>
              <a:chExt cx="1061964" cy="726143"/>
            </a:xfrm>
          </p:grpSpPr>
          <p:grpSp>
            <p:nvGrpSpPr>
              <p:cNvPr id="980" name="Google Shape;980;p3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81" name="Google Shape;981;p3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82" name="Google Shape;982;p3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83" name="Google Shape;983;p3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84" name="Google Shape;984;p3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85" name="Google Shape;985;p3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86" name="Google Shape;986;p3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87" name="Google Shape;987;p3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88" name="Google Shape;988;p3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89" name="Google Shape;989;p34"/>
          <p:cNvGrpSpPr/>
          <p:nvPr/>
        </p:nvGrpSpPr>
        <p:grpSpPr>
          <a:xfrm>
            <a:off x="-224248" y="3297090"/>
            <a:ext cx="605804" cy="2417785"/>
            <a:chOff x="-224248" y="3297090"/>
            <a:chExt cx="605804" cy="2417785"/>
          </a:xfrm>
        </p:grpSpPr>
        <p:grpSp>
          <p:nvGrpSpPr>
            <p:cNvPr id="990" name="Google Shape;990;p34"/>
            <p:cNvGrpSpPr/>
            <p:nvPr/>
          </p:nvGrpSpPr>
          <p:grpSpPr>
            <a:xfrm>
              <a:off x="143770" y="3630885"/>
              <a:ext cx="237785" cy="2083990"/>
              <a:chOff x="1040050" y="3812126"/>
              <a:chExt cx="208200" cy="1824700"/>
            </a:xfrm>
          </p:grpSpPr>
          <p:sp>
            <p:nvSpPr>
              <p:cNvPr id="991" name="Google Shape;991;p3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3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3" name="Google Shape;993;p34"/>
            <p:cNvGrpSpPr/>
            <p:nvPr/>
          </p:nvGrpSpPr>
          <p:grpSpPr>
            <a:xfrm rot="10800000">
              <a:off x="-224248" y="3297090"/>
              <a:ext cx="439200" cy="439100"/>
              <a:chOff x="1101075" y="2142375"/>
              <a:chExt cx="439200" cy="439100"/>
            </a:xfrm>
          </p:grpSpPr>
          <p:sp>
            <p:nvSpPr>
              <p:cNvPr id="994" name="Google Shape;994;p3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3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96" name="Google Shape;996;p34"/>
          <p:cNvGrpSpPr/>
          <p:nvPr/>
        </p:nvGrpSpPr>
        <p:grpSpPr>
          <a:xfrm>
            <a:off x="3585480" y="-1456810"/>
            <a:ext cx="3681465" cy="2759625"/>
            <a:chOff x="3585480" y="-1380610"/>
            <a:chExt cx="3681465" cy="2759625"/>
          </a:xfrm>
        </p:grpSpPr>
        <p:pic>
          <p:nvPicPr>
            <p:cNvPr id="997" name="Google Shape;997;p3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 rot="10800000">
              <a:off x="3585480" y="-138061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98" name="Google Shape;998;p34"/>
            <p:cNvGrpSpPr/>
            <p:nvPr/>
          </p:nvGrpSpPr>
          <p:grpSpPr>
            <a:xfrm>
              <a:off x="6590156" y="-232440"/>
              <a:ext cx="676790" cy="462843"/>
              <a:chOff x="39722" y="4349021"/>
              <a:chExt cx="1061964" cy="726143"/>
            </a:xfrm>
          </p:grpSpPr>
          <p:grpSp>
            <p:nvGrpSpPr>
              <p:cNvPr id="999" name="Google Shape;999;p3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00" name="Google Shape;1000;p3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01" name="Google Shape;1001;p3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002" name="Google Shape;1002;p3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03" name="Google Shape;1003;p3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04" name="Google Shape;1004;p3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05" name="Google Shape;1005;p3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06" name="Google Shape;1006;p3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007" name="Google Shape;1007;p3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8" name="Google Shape;1008;p34"/>
            <p:cNvGrpSpPr/>
            <p:nvPr/>
          </p:nvGrpSpPr>
          <p:grpSpPr>
            <a:xfrm>
              <a:off x="6003005" y="-274104"/>
              <a:ext cx="799446" cy="546640"/>
              <a:chOff x="39722" y="4349021"/>
              <a:chExt cx="1061964" cy="726143"/>
            </a:xfrm>
          </p:grpSpPr>
          <p:grpSp>
            <p:nvGrpSpPr>
              <p:cNvPr id="1009" name="Google Shape;1009;p3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10" name="Google Shape;1010;p3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11" name="Google Shape;1011;p3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012" name="Google Shape;1012;p3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3" name="Google Shape;1013;p3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4" name="Google Shape;1014;p3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5" name="Google Shape;1015;p3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6" name="Google Shape;1016;p3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017" name="Google Shape;1017;p3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0" name="Google Shape;1020;p35"/>
          <p:cNvSpPr txBox="1"/>
          <p:nvPr>
            <p:ph idx="1" type="subTitle"/>
          </p:nvPr>
        </p:nvSpPr>
        <p:spPr>
          <a:xfrm>
            <a:off x="713225" y="2041525"/>
            <a:ext cx="55785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21" name="Google Shape;1021;p35"/>
          <p:cNvSpPr txBox="1"/>
          <p:nvPr>
            <p:ph idx="2" type="subTitle"/>
          </p:nvPr>
        </p:nvSpPr>
        <p:spPr>
          <a:xfrm>
            <a:off x="713225" y="3366650"/>
            <a:ext cx="55785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22" name="Google Shape;1022;p35"/>
          <p:cNvSpPr txBox="1"/>
          <p:nvPr>
            <p:ph idx="3" type="subTitle"/>
          </p:nvPr>
        </p:nvSpPr>
        <p:spPr>
          <a:xfrm>
            <a:off x="713225" y="167940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23" name="Google Shape;1023;p35"/>
          <p:cNvSpPr txBox="1"/>
          <p:nvPr>
            <p:ph idx="4" type="subTitle"/>
          </p:nvPr>
        </p:nvSpPr>
        <p:spPr>
          <a:xfrm>
            <a:off x="713225" y="304055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024" name="Google Shape;1024;p35"/>
          <p:cNvGrpSpPr/>
          <p:nvPr/>
        </p:nvGrpSpPr>
        <p:grpSpPr>
          <a:xfrm flipH="1" rot="-5400000">
            <a:off x="6239121" y="1032770"/>
            <a:ext cx="5022035" cy="4764449"/>
            <a:chOff x="4571996" y="2268220"/>
            <a:chExt cx="5022035" cy="4764449"/>
          </a:xfrm>
        </p:grpSpPr>
        <p:pic>
          <p:nvPicPr>
            <p:cNvPr id="1025" name="Google Shape;1025;p3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26" name="Google Shape;1026;p35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1027" name="Google Shape;1027;p35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1028" name="Google Shape;1028;p35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9" name="Google Shape;1029;p35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30" name="Google Shape;1030;p35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1031" name="Google Shape;1031;p35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2" name="Google Shape;1032;p35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3" name="Google Shape;1033;p35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34" name="Google Shape;1034;p35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035" name="Google Shape;1035;p35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36" name="Google Shape;1036;p35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37" name="Google Shape;1037;p35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38" name="Google Shape;1038;p35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39" name="Google Shape;1039;p35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40" name="Google Shape;1040;p35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41" name="Google Shape;1041;p35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42" name="Google Shape;1042;p35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43" name="Google Shape;1043;p35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44" name="Google Shape;1044;p35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045" name="Google Shape;1045;p35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46" name="Google Shape;1046;p35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47" name="Google Shape;1047;p35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48" name="Google Shape;1048;p35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49" name="Google Shape;1049;p35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50" name="Google Shape;1050;p35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51" name="Google Shape;1051;p35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52" name="Google Shape;1052;p35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53" name="Google Shape;1053;p35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54" name="Google Shape;1054;p35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055" name="Google Shape;1055;p35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56" name="Google Shape;1056;p35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57" name="Google Shape;1057;p35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58" name="Google Shape;1058;p35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59" name="Google Shape;1059;p35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60" name="Google Shape;1060;p35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61" name="Google Shape;1061;p35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62" name="Google Shape;1062;p35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63" name="Google Shape;1063;p35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64" name="Google Shape;1064;p35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1065" name="Google Shape;1065;p35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6" name="Google Shape;1066;p35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067" name="Google Shape;1067;p35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068" name="Google Shape;1068;p3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3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070" name="Google Shape;1070;p35"/>
          <p:cNvPicPr preferRelativeResize="0"/>
          <p:nvPr/>
        </p:nvPicPr>
        <p:blipFill rotWithShape="1">
          <a:blip r:embed="rId2">
            <a:alphaModFix/>
          </a:blip>
          <a:srcRect b="26177" l="16960" r="7121" t="24719"/>
          <a:stretch/>
        </p:blipFill>
        <p:spPr>
          <a:xfrm rot="5400000">
            <a:off x="-1432850" y="882950"/>
            <a:ext cx="2441950" cy="1863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1" name="Google Shape;1071;p35"/>
          <p:cNvGrpSpPr/>
          <p:nvPr/>
        </p:nvGrpSpPr>
        <p:grpSpPr>
          <a:xfrm rot="10800000">
            <a:off x="6045700" y="237976"/>
            <a:ext cx="4558967" cy="134100"/>
            <a:chOff x="796100" y="3019701"/>
            <a:chExt cx="4558967" cy="134100"/>
          </a:xfrm>
        </p:grpSpPr>
        <p:sp>
          <p:nvSpPr>
            <p:cNvPr id="1072" name="Google Shape;1072;p3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73" name="Google Shape;1073;p3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74" name="Google Shape;1074;p3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5" name="Google Shape;1075;p35"/>
          <p:cNvGrpSpPr/>
          <p:nvPr/>
        </p:nvGrpSpPr>
        <p:grpSpPr>
          <a:xfrm>
            <a:off x="-1143750" y="3925887"/>
            <a:ext cx="4558967" cy="1517787"/>
            <a:chOff x="-1143750" y="3849687"/>
            <a:chExt cx="4558967" cy="1517787"/>
          </a:xfrm>
        </p:grpSpPr>
        <p:grpSp>
          <p:nvGrpSpPr>
            <p:cNvPr id="1076" name="Google Shape;1076;p35"/>
            <p:cNvGrpSpPr/>
            <p:nvPr/>
          </p:nvGrpSpPr>
          <p:grpSpPr>
            <a:xfrm rot="5400000">
              <a:off x="-805838" y="4155104"/>
              <a:ext cx="1517787" cy="906953"/>
              <a:chOff x="-55500" y="4835979"/>
              <a:chExt cx="1517787" cy="906953"/>
            </a:xfrm>
          </p:grpSpPr>
          <p:sp>
            <p:nvSpPr>
              <p:cNvPr id="1077" name="Google Shape;1077;p35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35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35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35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81" name="Google Shape;1081;p35"/>
            <p:cNvGrpSpPr/>
            <p:nvPr/>
          </p:nvGrpSpPr>
          <p:grpSpPr>
            <a:xfrm>
              <a:off x="-549966" y="3946426"/>
              <a:ext cx="2833357" cy="1421047"/>
              <a:chOff x="-677366" y="4067276"/>
              <a:chExt cx="2833357" cy="1421047"/>
            </a:xfrm>
          </p:grpSpPr>
          <p:sp>
            <p:nvSpPr>
              <p:cNvPr id="1082" name="Google Shape;1082;p35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83" name="Google Shape;1083;p35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084" name="Google Shape;1084;p3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5" name="Google Shape;1085;p3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86" name="Google Shape;1086;p35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087" name="Google Shape;1087;p3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8" name="Google Shape;1088;p3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089" name="Google Shape;1089;p35"/>
            <p:cNvSpPr/>
            <p:nvPr/>
          </p:nvSpPr>
          <p:spPr>
            <a:xfrm rot="-5400000">
              <a:off x="362395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90" name="Google Shape;1090;p35"/>
            <p:cNvGrpSpPr/>
            <p:nvPr/>
          </p:nvGrpSpPr>
          <p:grpSpPr>
            <a:xfrm>
              <a:off x="-1143750" y="4741576"/>
              <a:ext cx="4558967" cy="134100"/>
              <a:chOff x="796100" y="3019701"/>
              <a:chExt cx="4558967" cy="134100"/>
            </a:xfrm>
          </p:grpSpPr>
          <p:sp>
            <p:nvSpPr>
              <p:cNvPr id="1091" name="Google Shape;1091;p3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92" name="Google Shape;1092;p3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93" name="Google Shape;1093;p3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5" name="Google Shape;1095;p36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1096" name="Google Shape;1096;p36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1097" name="Google Shape;1097;p36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098" name="Google Shape;1098;p36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99" name="Google Shape;1099;p36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1100" name="Google Shape;1100;p3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01" name="Google Shape;1101;p3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02" name="Google Shape;1102;p3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03" name="Google Shape;1103;p36"/>
          <p:cNvSpPr txBox="1"/>
          <p:nvPr>
            <p:ph idx="1" type="subTitle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4" name="Google Shape;1104;p36"/>
          <p:cNvSpPr txBox="1"/>
          <p:nvPr>
            <p:ph idx="2" type="subTitle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5" name="Google Shape;1105;p36"/>
          <p:cNvSpPr txBox="1"/>
          <p:nvPr>
            <p:ph idx="3" type="subTitle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6" name="Google Shape;1106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7" name="Google Shape;1107;p36"/>
          <p:cNvSpPr txBox="1"/>
          <p:nvPr>
            <p:ph idx="4" type="subTitle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08" name="Google Shape;1108;p36"/>
          <p:cNvSpPr txBox="1"/>
          <p:nvPr>
            <p:ph idx="5" type="subTitle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09" name="Google Shape;1109;p36"/>
          <p:cNvSpPr txBox="1"/>
          <p:nvPr>
            <p:ph idx="6" type="subTitle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110" name="Google Shape;1110;p36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1111" name="Google Shape;1111;p36"/>
            <p:cNvSpPr/>
            <p:nvPr/>
          </p:nvSpPr>
          <p:spPr>
            <a:xfrm>
              <a:off x="5915175" y="23612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6"/>
            <p:cNvSpPr/>
            <p:nvPr/>
          </p:nvSpPr>
          <p:spPr>
            <a:xfrm>
              <a:off x="6873793" y="23394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13" name="Google Shape;1113;p36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1114" name="Google Shape;1114;p36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36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36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36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36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36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36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1" name="Google Shape;1121;p36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1122" name="Google Shape;1122;p36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36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36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36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36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36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36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29" name="Google Shape;1129;p36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1130" name="Google Shape;1130;p36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1" name="Google Shape;1131;p36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6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6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6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6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6" name="Google Shape;1136;p36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137" name="Google Shape;1137;p3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3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39" name="Google Shape;1139;p36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140" name="Google Shape;1140;p3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3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42" name="Google Shape;1142;p36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1143" name="Google Shape;1143;p36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1144" name="Google Shape;1144;p36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36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46" name="Google Shape;1146;p36"/>
            <p:cNvSpPr/>
            <p:nvPr/>
          </p:nvSpPr>
          <p:spPr>
            <a:xfrm>
              <a:off x="0" y="36165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36"/>
            <p:cNvSpPr/>
            <p:nvPr/>
          </p:nvSpPr>
          <p:spPr>
            <a:xfrm>
              <a:off x="131225" y="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48" name="Google Shape;1148;p36"/>
            <p:cNvGrpSpPr/>
            <p:nvPr/>
          </p:nvGrpSpPr>
          <p:grpSpPr>
            <a:xfrm flipH="1" rot="-2700000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1149" name="Google Shape;1149;p36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36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36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36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36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36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36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37"/>
          <p:cNvSpPr txBox="1"/>
          <p:nvPr>
            <p:ph idx="1" type="subTitle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8" name="Google Shape;1158;p37"/>
          <p:cNvSpPr txBox="1"/>
          <p:nvPr>
            <p:ph idx="2" type="subTitle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9" name="Google Shape;1159;p37"/>
          <p:cNvSpPr txBox="1"/>
          <p:nvPr>
            <p:ph idx="3" type="subTitle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0" name="Google Shape;1160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61" name="Google Shape;1161;p37"/>
          <p:cNvSpPr txBox="1"/>
          <p:nvPr>
            <p:ph idx="4" type="subTitle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62" name="Google Shape;1162;p37"/>
          <p:cNvSpPr txBox="1"/>
          <p:nvPr>
            <p:ph idx="5" type="subTitle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63" name="Google Shape;1163;p37"/>
          <p:cNvSpPr txBox="1"/>
          <p:nvPr>
            <p:ph idx="6" type="subTitle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64" name="Google Shape;1164;p37"/>
          <p:cNvSpPr/>
          <p:nvPr>
            <p:ph idx="7" type="pic"/>
          </p:nvPr>
        </p:nvSpPr>
        <p:spPr>
          <a:xfrm>
            <a:off x="72000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65" name="Google Shape;1165;p37"/>
          <p:cNvSpPr/>
          <p:nvPr>
            <p:ph idx="8" type="pic"/>
          </p:nvPr>
        </p:nvSpPr>
        <p:spPr>
          <a:xfrm>
            <a:off x="3584475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66" name="Google Shape;1166;p37"/>
          <p:cNvSpPr/>
          <p:nvPr>
            <p:ph idx="9" type="pic"/>
          </p:nvPr>
        </p:nvSpPr>
        <p:spPr>
          <a:xfrm>
            <a:off x="644895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1167" name="Google Shape;1167;p37"/>
          <p:cNvGrpSpPr/>
          <p:nvPr/>
        </p:nvGrpSpPr>
        <p:grpSpPr>
          <a:xfrm>
            <a:off x="-928041" y="3925887"/>
            <a:ext cx="2833357" cy="1517787"/>
            <a:chOff x="-623241" y="3849687"/>
            <a:chExt cx="2833357" cy="1517787"/>
          </a:xfrm>
        </p:grpSpPr>
        <p:grpSp>
          <p:nvGrpSpPr>
            <p:cNvPr id="1168" name="Google Shape;1168;p37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169" name="Google Shape;1169;p37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37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37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37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73" name="Google Shape;1173;p37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174" name="Google Shape;1174;p37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75" name="Google Shape;1175;p37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176" name="Google Shape;1176;p37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7" name="Google Shape;1177;p37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78" name="Google Shape;1178;p37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179" name="Google Shape;1179;p37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0" name="Google Shape;1180;p37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181" name="Google Shape;1181;p37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2" name="Google Shape;1182;p37"/>
          <p:cNvGrpSpPr/>
          <p:nvPr/>
        </p:nvGrpSpPr>
        <p:grpSpPr>
          <a:xfrm>
            <a:off x="6400125" y="-1754449"/>
            <a:ext cx="4189199" cy="3065874"/>
            <a:chOff x="6171525" y="-1678249"/>
            <a:chExt cx="4189199" cy="3065874"/>
          </a:xfrm>
        </p:grpSpPr>
        <p:sp>
          <p:nvSpPr>
            <p:cNvPr id="1183" name="Google Shape;1183;p37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84" name="Google Shape;1184;p3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5" name="Google Shape;1185;p37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86" name="Google Shape;1186;p37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187" name="Google Shape;1187;p3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3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3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3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3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3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3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94" name="Google Shape;1194;p37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195" name="Google Shape;1195;p3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3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3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3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3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3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3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02" name="Google Shape;1202;p37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203" name="Google Shape;1203;p37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7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5" name="Google Shape;1205;p37"/>
          <p:cNvGrpSpPr/>
          <p:nvPr/>
        </p:nvGrpSpPr>
        <p:grpSpPr>
          <a:xfrm rot="10800000">
            <a:off x="4995775" y="180626"/>
            <a:ext cx="4558967" cy="134100"/>
            <a:chOff x="796100" y="3019701"/>
            <a:chExt cx="4558967" cy="134100"/>
          </a:xfrm>
        </p:grpSpPr>
        <p:sp>
          <p:nvSpPr>
            <p:cNvPr id="1206" name="Google Shape;1206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07" name="Google Shape;1207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08" name="Google Shape;1208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1" name="Google Shape;1211;p38"/>
          <p:cNvSpPr txBox="1"/>
          <p:nvPr>
            <p:ph idx="1" type="subTitle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2" name="Google Shape;1212;p38"/>
          <p:cNvSpPr txBox="1"/>
          <p:nvPr>
            <p:ph idx="2" type="subTitle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3" name="Google Shape;1213;p38"/>
          <p:cNvSpPr txBox="1"/>
          <p:nvPr>
            <p:ph idx="3" type="subTitle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4" name="Google Shape;1214;p38"/>
          <p:cNvSpPr txBox="1"/>
          <p:nvPr>
            <p:ph idx="4" type="subTitle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5" name="Google Shape;1215;p38"/>
          <p:cNvSpPr txBox="1"/>
          <p:nvPr>
            <p:ph idx="5" type="subTitle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16" name="Google Shape;1216;p38"/>
          <p:cNvSpPr txBox="1"/>
          <p:nvPr>
            <p:ph idx="6" type="subTitle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17" name="Google Shape;1217;p38"/>
          <p:cNvSpPr txBox="1"/>
          <p:nvPr>
            <p:ph idx="7" type="subTitle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18" name="Google Shape;1218;p38"/>
          <p:cNvSpPr txBox="1"/>
          <p:nvPr>
            <p:ph idx="8" type="subTitle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219" name="Google Shape;1219;p38"/>
          <p:cNvGrpSpPr/>
          <p:nvPr/>
        </p:nvGrpSpPr>
        <p:grpSpPr>
          <a:xfrm>
            <a:off x="-2902027" y="1271890"/>
            <a:ext cx="6191222" cy="6191222"/>
            <a:chOff x="-2825827" y="1271890"/>
            <a:chExt cx="6191222" cy="6191222"/>
          </a:xfrm>
        </p:grpSpPr>
        <p:pic>
          <p:nvPicPr>
            <p:cNvPr id="1220" name="Google Shape;1220;p3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21" name="Google Shape;1221;p38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1222" name="Google Shape;1222;p38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38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24" name="Google Shape;1224;p38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25" name="Google Shape;1225;p38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6" name="Google Shape;1226;p38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27" name="Google Shape;1227;p38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28" name="Google Shape;1228;p38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9" name="Google Shape;1229;p38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30" name="Google Shape;1230;p38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1231" name="Google Shape;1231;p38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2" name="Google Shape;1232;p38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233" name="Google Shape;1233;p38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1234" name="Google Shape;1234;p38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35" name="Google Shape;1235;p38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  <p:grpSp>
        <p:nvGrpSpPr>
          <p:cNvPr id="1236" name="Google Shape;1236;p38"/>
          <p:cNvGrpSpPr/>
          <p:nvPr/>
        </p:nvGrpSpPr>
        <p:grpSpPr>
          <a:xfrm>
            <a:off x="5650173" y="-1036475"/>
            <a:ext cx="6191222" cy="6865137"/>
            <a:chOff x="5497773" y="-1036475"/>
            <a:chExt cx="6191222" cy="6865137"/>
          </a:xfrm>
        </p:grpSpPr>
        <p:grpSp>
          <p:nvGrpSpPr>
            <p:cNvPr id="1237" name="Google Shape;1237;p38"/>
            <p:cNvGrpSpPr/>
            <p:nvPr/>
          </p:nvGrpSpPr>
          <p:grpSpPr>
            <a:xfrm>
              <a:off x="5497773" y="-362560"/>
              <a:ext cx="6191222" cy="6191222"/>
              <a:chOff x="5584373" y="-362560"/>
              <a:chExt cx="6191222" cy="6191222"/>
            </a:xfrm>
          </p:grpSpPr>
          <p:grpSp>
            <p:nvGrpSpPr>
              <p:cNvPr id="1238" name="Google Shape;1238;p38"/>
              <p:cNvGrpSpPr/>
              <p:nvPr/>
            </p:nvGrpSpPr>
            <p:grpSpPr>
              <a:xfrm>
                <a:off x="5584373" y="-362560"/>
                <a:ext cx="6191222" cy="6191222"/>
                <a:chOff x="5443673" y="-405860"/>
                <a:chExt cx="6191222" cy="6191222"/>
              </a:xfrm>
            </p:grpSpPr>
            <p:sp>
              <p:nvSpPr>
                <p:cNvPr id="1239" name="Google Shape;1239;p38"/>
                <p:cNvSpPr/>
                <p:nvPr/>
              </p:nvSpPr>
              <p:spPr>
                <a:xfrm flipH="1" rot="-8100000">
                  <a:off x="6536116" y="315063"/>
                  <a:ext cx="4006334" cy="4749375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0" name="Google Shape;1240;p38"/>
                <p:cNvSpPr/>
                <p:nvPr/>
              </p:nvSpPr>
              <p:spPr>
                <a:xfrm flipH="1" rot="-8100000">
                  <a:off x="7076657" y="1499343"/>
                  <a:ext cx="2925242" cy="3057723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1" name="Google Shape;1241;p38"/>
                <p:cNvSpPr/>
                <p:nvPr/>
              </p:nvSpPr>
              <p:spPr>
                <a:xfrm>
                  <a:off x="8301511" y="-335348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2" name="Google Shape;1242;p38"/>
                <p:cNvSpPr/>
                <p:nvPr/>
              </p:nvSpPr>
              <p:spPr>
                <a:xfrm>
                  <a:off x="8554000" y="27076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43" name="Google Shape;1243;p38"/>
              <p:cNvGrpSpPr/>
              <p:nvPr/>
            </p:nvGrpSpPr>
            <p:grpSpPr>
              <a:xfrm>
                <a:off x="8430786" y="3923547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44" name="Google Shape;1244;p38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5" name="Google Shape;1245;p38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46" name="Google Shape;1246;p38"/>
              <p:cNvGrpSpPr/>
              <p:nvPr/>
            </p:nvGrpSpPr>
            <p:grpSpPr>
              <a:xfrm>
                <a:off x="8669561" y="3255472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47" name="Google Shape;1247;p38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8" name="Google Shape;1248;p38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49" name="Google Shape;1249;p38"/>
              <p:cNvGrpSpPr/>
              <p:nvPr/>
            </p:nvGrpSpPr>
            <p:grpSpPr>
              <a:xfrm>
                <a:off x="8612986" y="3110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250" name="Google Shape;1250;p38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1" name="Google Shape;1251;p38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pic>
          <p:nvPicPr>
            <p:cNvPr id="1252" name="Google Shape;1252;p3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3" name="Google Shape;1253;p38"/>
          <p:cNvGrpSpPr/>
          <p:nvPr/>
        </p:nvGrpSpPr>
        <p:grpSpPr>
          <a:xfrm>
            <a:off x="3983988" y="4933175"/>
            <a:ext cx="667916" cy="439200"/>
            <a:chOff x="3983988" y="4933175"/>
            <a:chExt cx="667916" cy="439200"/>
          </a:xfrm>
        </p:grpSpPr>
        <p:grpSp>
          <p:nvGrpSpPr>
            <p:cNvPr id="1254" name="Google Shape;1254;p38"/>
            <p:cNvGrpSpPr/>
            <p:nvPr/>
          </p:nvGrpSpPr>
          <p:grpSpPr>
            <a:xfrm rot="5400000">
              <a:off x="3983938" y="4933225"/>
              <a:ext cx="439200" cy="439100"/>
              <a:chOff x="1101075" y="2142375"/>
              <a:chExt cx="439200" cy="439100"/>
            </a:xfrm>
          </p:grpSpPr>
          <p:sp>
            <p:nvSpPr>
              <p:cNvPr id="1255" name="Google Shape;1255;p3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6" name="Google Shape;1256;p3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7" name="Google Shape;1257;p38"/>
            <p:cNvGrpSpPr/>
            <p:nvPr/>
          </p:nvGrpSpPr>
          <p:grpSpPr>
            <a:xfrm rot="5400000">
              <a:off x="4423062" y="5038369"/>
              <a:ext cx="228867" cy="228815"/>
              <a:chOff x="1101075" y="2142375"/>
              <a:chExt cx="439200" cy="439100"/>
            </a:xfrm>
          </p:grpSpPr>
          <p:sp>
            <p:nvSpPr>
              <p:cNvPr id="1258" name="Google Shape;1258;p3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3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62" name="Google Shape;1262;p39"/>
          <p:cNvSpPr txBox="1"/>
          <p:nvPr>
            <p:ph idx="1" type="subTitle"/>
          </p:nvPr>
        </p:nvSpPr>
        <p:spPr>
          <a:xfrm>
            <a:off x="720000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3" name="Google Shape;1263;p39"/>
          <p:cNvSpPr txBox="1"/>
          <p:nvPr>
            <p:ph idx="2" type="subTitle"/>
          </p:nvPr>
        </p:nvSpPr>
        <p:spPr>
          <a:xfrm>
            <a:off x="3469872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4" name="Google Shape;1264;p39"/>
          <p:cNvSpPr txBox="1"/>
          <p:nvPr>
            <p:ph idx="3" type="subTitle"/>
          </p:nvPr>
        </p:nvSpPr>
        <p:spPr>
          <a:xfrm>
            <a:off x="720000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5" name="Google Shape;1265;p39"/>
          <p:cNvSpPr txBox="1"/>
          <p:nvPr>
            <p:ph idx="4" type="subTitle"/>
          </p:nvPr>
        </p:nvSpPr>
        <p:spPr>
          <a:xfrm>
            <a:off x="3469872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6" name="Google Shape;1266;p39"/>
          <p:cNvSpPr txBox="1"/>
          <p:nvPr>
            <p:ph idx="5" type="subTitle"/>
          </p:nvPr>
        </p:nvSpPr>
        <p:spPr>
          <a:xfrm>
            <a:off x="6219751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7" name="Google Shape;1267;p39"/>
          <p:cNvSpPr txBox="1"/>
          <p:nvPr>
            <p:ph idx="6" type="subTitle"/>
          </p:nvPr>
        </p:nvSpPr>
        <p:spPr>
          <a:xfrm>
            <a:off x="6219751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8" name="Google Shape;1268;p39"/>
          <p:cNvSpPr txBox="1"/>
          <p:nvPr>
            <p:ph idx="7" type="subTitle"/>
          </p:nvPr>
        </p:nvSpPr>
        <p:spPr>
          <a:xfrm>
            <a:off x="720000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69" name="Google Shape;1269;p39"/>
          <p:cNvSpPr txBox="1"/>
          <p:nvPr>
            <p:ph idx="8" type="subTitle"/>
          </p:nvPr>
        </p:nvSpPr>
        <p:spPr>
          <a:xfrm>
            <a:off x="3469873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70" name="Google Shape;1270;p39"/>
          <p:cNvSpPr txBox="1"/>
          <p:nvPr>
            <p:ph idx="9" type="subTitle"/>
          </p:nvPr>
        </p:nvSpPr>
        <p:spPr>
          <a:xfrm>
            <a:off x="720000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71" name="Google Shape;1271;p39"/>
          <p:cNvSpPr txBox="1"/>
          <p:nvPr>
            <p:ph idx="13" type="subTitle"/>
          </p:nvPr>
        </p:nvSpPr>
        <p:spPr>
          <a:xfrm>
            <a:off x="3469873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72" name="Google Shape;1272;p39"/>
          <p:cNvSpPr txBox="1"/>
          <p:nvPr>
            <p:ph idx="14" type="subTitle"/>
          </p:nvPr>
        </p:nvSpPr>
        <p:spPr>
          <a:xfrm>
            <a:off x="6219752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73" name="Google Shape;1273;p39"/>
          <p:cNvSpPr txBox="1"/>
          <p:nvPr>
            <p:ph idx="15" type="subTitle"/>
          </p:nvPr>
        </p:nvSpPr>
        <p:spPr>
          <a:xfrm>
            <a:off x="6219752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274" name="Google Shape;1274;p39"/>
          <p:cNvGrpSpPr/>
          <p:nvPr/>
        </p:nvGrpSpPr>
        <p:grpSpPr>
          <a:xfrm>
            <a:off x="6102850" y="-1735180"/>
            <a:ext cx="4625025" cy="4171657"/>
            <a:chOff x="6026650" y="-1658980"/>
            <a:chExt cx="4625025" cy="4171657"/>
          </a:xfrm>
        </p:grpSpPr>
        <p:pic>
          <p:nvPicPr>
            <p:cNvPr id="1275" name="Google Shape;1275;p3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7361325" y="-5966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76" name="Google Shape;1276;p39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1277" name="Google Shape;1277;p39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39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39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0" name="Google Shape;1280;p39"/>
            <p:cNvGrpSpPr/>
            <p:nvPr/>
          </p:nvGrpSpPr>
          <p:grpSpPr>
            <a:xfrm>
              <a:off x="6026650" y="-49075"/>
              <a:ext cx="803471" cy="494095"/>
              <a:chOff x="6394675" y="-49075"/>
              <a:chExt cx="803471" cy="494095"/>
            </a:xfrm>
          </p:grpSpPr>
          <p:sp>
            <p:nvSpPr>
              <p:cNvPr id="1281" name="Google Shape;1281;p39"/>
              <p:cNvSpPr/>
              <p:nvPr/>
            </p:nvSpPr>
            <p:spPr>
              <a:xfrm>
                <a:off x="6394675" y="0"/>
                <a:ext cx="284119" cy="246048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39"/>
              <p:cNvSpPr/>
              <p:nvPr/>
            </p:nvSpPr>
            <p:spPr>
              <a:xfrm>
                <a:off x="6627600" y="-49075"/>
                <a:ext cx="570546" cy="494095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83" name="Google Shape;1283;p39"/>
          <p:cNvGrpSpPr/>
          <p:nvPr/>
        </p:nvGrpSpPr>
        <p:grpSpPr>
          <a:xfrm>
            <a:off x="-1089100" y="4200325"/>
            <a:ext cx="5368850" cy="1863749"/>
            <a:chOff x="-1089100" y="4200325"/>
            <a:chExt cx="5368850" cy="1863749"/>
          </a:xfrm>
        </p:grpSpPr>
        <p:grpSp>
          <p:nvGrpSpPr>
            <p:cNvPr id="1284" name="Google Shape;1284;p39"/>
            <p:cNvGrpSpPr/>
            <p:nvPr/>
          </p:nvGrpSpPr>
          <p:grpSpPr>
            <a:xfrm>
              <a:off x="-185037" y="4598363"/>
              <a:ext cx="904666" cy="726121"/>
              <a:chOff x="7945225" y="4302000"/>
              <a:chExt cx="904666" cy="726121"/>
            </a:xfrm>
          </p:grpSpPr>
          <p:sp>
            <p:nvSpPr>
              <p:cNvPr id="1285" name="Google Shape;1285;p3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3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3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288" name="Google Shape;1288;p3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1837800" y="42003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89" name="Google Shape;1289;p39"/>
            <p:cNvGrpSpPr/>
            <p:nvPr/>
          </p:nvGrpSpPr>
          <p:grpSpPr>
            <a:xfrm rot="-2700000">
              <a:off x="390377" y="4688868"/>
              <a:ext cx="299453" cy="545119"/>
              <a:chOff x="-66426" y="1151064"/>
              <a:chExt cx="299455" cy="545125"/>
            </a:xfrm>
          </p:grpSpPr>
          <p:grpSp>
            <p:nvGrpSpPr>
              <p:cNvPr id="1290" name="Google Shape;1290;p39"/>
              <p:cNvGrpSpPr/>
              <p:nvPr/>
            </p:nvGrpSpPr>
            <p:grpSpPr>
              <a:xfrm>
                <a:off x="-66426" y="13965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91" name="Google Shape;1291;p39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2" name="Google Shape;1292;p39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3" name="Google Shape;1293;p39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4" name="Google Shape;1294;p39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5" name="Google Shape;1295;p39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6" name="Google Shape;1296;p39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7" name="Google Shape;1297;p39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98" name="Google Shape;1298;p39"/>
              <p:cNvGrpSpPr/>
              <p:nvPr/>
            </p:nvGrpSpPr>
            <p:grpSpPr>
              <a:xfrm>
                <a:off x="-66426" y="11510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99" name="Google Shape;1299;p39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0" name="Google Shape;1300;p39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1" name="Google Shape;1301;p39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2" name="Google Shape;1302;p39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3" name="Google Shape;1303;p39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4" name="Google Shape;1304;p39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5" name="Google Shape;1305;p39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306" name="Google Shape;1306;p39"/>
            <p:cNvGrpSpPr/>
            <p:nvPr/>
          </p:nvGrpSpPr>
          <p:grpSpPr>
            <a:xfrm>
              <a:off x="-1089100" y="4894376"/>
              <a:ext cx="4558967" cy="134100"/>
              <a:chOff x="796100" y="3019701"/>
              <a:chExt cx="4558967" cy="134100"/>
            </a:xfrm>
          </p:grpSpPr>
          <p:sp>
            <p:nvSpPr>
              <p:cNvPr id="1307" name="Google Shape;1307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08" name="Google Shape;1308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09" name="Google Shape;1309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40"/>
          <p:cNvSpPr txBox="1"/>
          <p:nvPr>
            <p:ph hasCustomPrompt="1" type="title"/>
          </p:nvPr>
        </p:nvSpPr>
        <p:spPr>
          <a:xfrm>
            <a:off x="2358450" y="664988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2" name="Google Shape;1312;p40"/>
          <p:cNvSpPr txBox="1"/>
          <p:nvPr>
            <p:ph idx="1" type="subTitle"/>
          </p:nvPr>
        </p:nvSpPr>
        <p:spPr>
          <a:xfrm>
            <a:off x="2358450" y="1282313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13" name="Google Shape;1313;p40"/>
          <p:cNvSpPr txBox="1"/>
          <p:nvPr>
            <p:ph hasCustomPrompt="1" idx="2" type="title"/>
          </p:nvPr>
        </p:nvSpPr>
        <p:spPr>
          <a:xfrm>
            <a:off x="2358450" y="2027244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4" name="Google Shape;1314;p40"/>
          <p:cNvSpPr txBox="1"/>
          <p:nvPr>
            <p:ph idx="3" type="subTitle"/>
          </p:nvPr>
        </p:nvSpPr>
        <p:spPr>
          <a:xfrm>
            <a:off x="2358450" y="2645558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15" name="Google Shape;1315;p40"/>
          <p:cNvSpPr txBox="1"/>
          <p:nvPr>
            <p:ph hasCustomPrompt="1" idx="4" type="title"/>
          </p:nvPr>
        </p:nvSpPr>
        <p:spPr>
          <a:xfrm>
            <a:off x="2358450" y="3390475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6" name="Google Shape;1316;p40"/>
          <p:cNvSpPr txBox="1"/>
          <p:nvPr>
            <p:ph idx="5" type="subTitle"/>
          </p:nvPr>
        </p:nvSpPr>
        <p:spPr>
          <a:xfrm>
            <a:off x="2358450" y="4009779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17" name="Google Shape;1317;p40"/>
          <p:cNvSpPr/>
          <p:nvPr/>
        </p:nvSpPr>
        <p:spPr>
          <a:xfrm>
            <a:off x="6751200" y="2645550"/>
            <a:ext cx="2925000" cy="2945400"/>
          </a:xfrm>
          <a:prstGeom prst="ellipse">
            <a:avLst/>
          </a:prstGeom>
          <a:gradFill>
            <a:gsLst>
              <a:gs pos="0">
                <a:schemeClr val="lt1"/>
              </a:gs>
              <a:gs pos="18000">
                <a:schemeClr val="lt1"/>
              </a:gs>
              <a:gs pos="56000">
                <a:srgbClr val="FFFFFF">
                  <a:alpha val="0"/>
                </a:srgbClr>
              </a:gs>
              <a:gs pos="74000">
                <a:schemeClr val="lt1"/>
              </a:gs>
              <a:gs pos="100000">
                <a:srgbClr val="9900FF">
                  <a:alpha val="28627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18" name="Google Shape;1318;p40"/>
          <p:cNvGrpSpPr/>
          <p:nvPr/>
        </p:nvGrpSpPr>
        <p:grpSpPr>
          <a:xfrm rot="5400000">
            <a:off x="8359950" y="-226050"/>
            <a:ext cx="439200" cy="439100"/>
            <a:chOff x="1101075" y="2142375"/>
            <a:chExt cx="439200" cy="439100"/>
          </a:xfrm>
        </p:grpSpPr>
        <p:sp>
          <p:nvSpPr>
            <p:cNvPr id="1319" name="Google Shape;1319;p40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40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1" name="Google Shape;1321;p40"/>
          <p:cNvGrpSpPr/>
          <p:nvPr/>
        </p:nvGrpSpPr>
        <p:grpSpPr>
          <a:xfrm>
            <a:off x="-903250" y="4838101"/>
            <a:ext cx="4558967" cy="134100"/>
            <a:chOff x="796100" y="3019701"/>
            <a:chExt cx="4558967" cy="134100"/>
          </a:xfrm>
        </p:grpSpPr>
        <p:sp>
          <p:nvSpPr>
            <p:cNvPr id="1322" name="Google Shape;1322;p40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23" name="Google Shape;1323;p40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24" name="Google Shape;1324;p40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41"/>
          <p:cNvSpPr txBox="1"/>
          <p:nvPr>
            <p:ph idx="1" type="subTitle"/>
          </p:nvPr>
        </p:nvSpPr>
        <p:spPr>
          <a:xfrm>
            <a:off x="1157250" y="1609575"/>
            <a:ext cx="4448100" cy="1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7" name="Google Shape;1327;p41"/>
          <p:cNvSpPr txBox="1"/>
          <p:nvPr>
            <p:ph type="title"/>
          </p:nvPr>
        </p:nvSpPr>
        <p:spPr>
          <a:xfrm>
            <a:off x="1157302" y="494775"/>
            <a:ext cx="51267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328" name="Google Shape;1328;p41"/>
          <p:cNvGrpSpPr/>
          <p:nvPr/>
        </p:nvGrpSpPr>
        <p:grpSpPr>
          <a:xfrm>
            <a:off x="-291585" y="-494819"/>
            <a:ext cx="1448824" cy="2238804"/>
            <a:chOff x="-308635" y="-494819"/>
            <a:chExt cx="1448824" cy="2238804"/>
          </a:xfrm>
        </p:grpSpPr>
        <p:grpSp>
          <p:nvGrpSpPr>
            <p:cNvPr id="1329" name="Google Shape;1329;p41"/>
            <p:cNvGrpSpPr/>
            <p:nvPr/>
          </p:nvGrpSpPr>
          <p:grpSpPr>
            <a:xfrm>
              <a:off x="-275757" y="-242066"/>
              <a:ext cx="981772" cy="1986051"/>
              <a:chOff x="-293545" y="3454371"/>
              <a:chExt cx="981772" cy="1986051"/>
            </a:xfrm>
          </p:grpSpPr>
          <p:sp>
            <p:nvSpPr>
              <p:cNvPr id="1330" name="Google Shape;1330;p41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1" name="Google Shape;1331;p41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32" name="Google Shape;1332;p41"/>
            <p:cNvGrpSpPr/>
            <p:nvPr/>
          </p:nvGrpSpPr>
          <p:grpSpPr>
            <a:xfrm>
              <a:off x="364499" y="794648"/>
              <a:ext cx="699940" cy="478601"/>
              <a:chOff x="39722" y="4349021"/>
              <a:chExt cx="1061964" cy="726143"/>
            </a:xfrm>
          </p:grpSpPr>
          <p:grpSp>
            <p:nvGrpSpPr>
              <p:cNvPr id="1333" name="Google Shape;1333;p4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34" name="Google Shape;1334;p4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35" name="Google Shape;1335;p41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36" name="Google Shape;1336;p4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7" name="Google Shape;1337;p4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8" name="Google Shape;1338;p4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9" name="Google Shape;1339;p4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40" name="Google Shape;1340;p4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41" name="Google Shape;1341;p4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2" name="Google Shape;1342;p41"/>
            <p:cNvGrpSpPr/>
            <p:nvPr/>
          </p:nvGrpSpPr>
          <p:grpSpPr>
            <a:xfrm rot="-5400000">
              <a:off x="-460623" y="-342832"/>
              <a:ext cx="1351491" cy="1047516"/>
              <a:chOff x="-2460210" y="2758493"/>
              <a:chExt cx="1351491" cy="1047516"/>
            </a:xfrm>
          </p:grpSpPr>
          <p:sp>
            <p:nvSpPr>
              <p:cNvPr id="1343" name="Google Shape;1343;p41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41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41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6" name="Google Shape;1346;p41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7" name="Google Shape;1347;p41"/>
            <p:cNvGrpSpPr/>
            <p:nvPr/>
          </p:nvGrpSpPr>
          <p:grpSpPr>
            <a:xfrm>
              <a:off x="440249" y="455173"/>
              <a:ext cx="699940" cy="478601"/>
              <a:chOff x="39722" y="4349021"/>
              <a:chExt cx="1061964" cy="726143"/>
            </a:xfrm>
          </p:grpSpPr>
          <p:grpSp>
            <p:nvGrpSpPr>
              <p:cNvPr id="1348" name="Google Shape;1348;p4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49" name="Google Shape;1349;p4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50" name="Google Shape;1350;p41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51" name="Google Shape;1351;p4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2" name="Google Shape;1352;p4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3" name="Google Shape;1353;p4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4" name="Google Shape;1354;p4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5" name="Google Shape;1355;p4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56" name="Google Shape;1356;p4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57" name="Google Shape;1357;p41"/>
            <p:cNvGrpSpPr/>
            <p:nvPr/>
          </p:nvGrpSpPr>
          <p:grpSpPr>
            <a:xfrm>
              <a:off x="-63826" y="511661"/>
              <a:ext cx="699940" cy="478601"/>
              <a:chOff x="39722" y="4349021"/>
              <a:chExt cx="1061964" cy="726143"/>
            </a:xfrm>
          </p:grpSpPr>
          <p:grpSp>
            <p:nvGrpSpPr>
              <p:cNvPr id="1358" name="Google Shape;1358;p4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59" name="Google Shape;1359;p4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60" name="Google Shape;1360;p41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61" name="Google Shape;1361;p4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2" name="Google Shape;1362;p4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3" name="Google Shape;1363;p4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4" name="Google Shape;1364;p4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5" name="Google Shape;1365;p4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66" name="Google Shape;1366;p4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67" name="Google Shape;1367;p41"/>
          <p:cNvGrpSpPr/>
          <p:nvPr/>
        </p:nvGrpSpPr>
        <p:grpSpPr>
          <a:xfrm>
            <a:off x="2659712" y="4275400"/>
            <a:ext cx="4952059" cy="2992224"/>
            <a:chOff x="2659712" y="4275400"/>
            <a:chExt cx="4952059" cy="2992224"/>
          </a:xfrm>
        </p:grpSpPr>
        <p:pic>
          <p:nvPicPr>
            <p:cNvPr id="1368" name="Google Shape;1368;p4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10800000">
              <a:off x="2659712" y="4275400"/>
              <a:ext cx="354905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69" name="Google Shape;1369;p41"/>
            <p:cNvGrpSpPr/>
            <p:nvPr/>
          </p:nvGrpSpPr>
          <p:grpSpPr>
            <a:xfrm rot="-5400000">
              <a:off x="3258038" y="4413859"/>
              <a:ext cx="906953" cy="1517787"/>
              <a:chOff x="79748" y="2808602"/>
              <a:chExt cx="906953" cy="1517787"/>
            </a:xfrm>
          </p:grpSpPr>
          <p:sp>
            <p:nvSpPr>
              <p:cNvPr id="1370" name="Google Shape;1370;p41"/>
              <p:cNvSpPr/>
              <p:nvPr/>
            </p:nvSpPr>
            <p:spPr>
              <a:xfrm rot="5400000">
                <a:off x="357831" y="282094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41"/>
              <p:cNvSpPr/>
              <p:nvPr/>
            </p:nvSpPr>
            <p:spPr>
              <a:xfrm rot="5400000">
                <a:off x="537866" y="3393994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41"/>
              <p:cNvSpPr/>
              <p:nvPr/>
            </p:nvSpPr>
            <p:spPr>
              <a:xfrm rot="5400000">
                <a:off x="67406" y="3278257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41"/>
              <p:cNvSpPr/>
              <p:nvPr/>
            </p:nvSpPr>
            <p:spPr>
              <a:xfrm rot="5400000">
                <a:off x="417006" y="375669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74" name="Google Shape;1374;p41"/>
            <p:cNvGrpSpPr/>
            <p:nvPr/>
          </p:nvGrpSpPr>
          <p:grpSpPr>
            <a:xfrm rot="5400000">
              <a:off x="5484569" y="3756062"/>
              <a:ext cx="1421047" cy="2833357"/>
              <a:chOff x="334358" y="2186737"/>
              <a:chExt cx="1421047" cy="2833357"/>
            </a:xfrm>
          </p:grpSpPr>
          <p:sp>
            <p:nvSpPr>
              <p:cNvPr id="1375" name="Google Shape;1375;p41"/>
              <p:cNvSpPr/>
              <p:nvPr/>
            </p:nvSpPr>
            <p:spPr>
              <a:xfrm rot="10800000">
                <a:off x="334358" y="2186737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76" name="Google Shape;1376;p41"/>
              <p:cNvGrpSpPr/>
              <p:nvPr/>
            </p:nvGrpSpPr>
            <p:grpSpPr>
              <a:xfrm rot="5400000">
                <a:off x="1046250" y="3181856"/>
                <a:ext cx="161977" cy="161940"/>
                <a:chOff x="1101075" y="2142375"/>
                <a:chExt cx="439200" cy="439100"/>
              </a:xfrm>
            </p:grpSpPr>
            <p:sp>
              <p:nvSpPr>
                <p:cNvPr id="1377" name="Google Shape;1377;p4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8" name="Google Shape;1378;p4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79" name="Google Shape;1379;p41"/>
              <p:cNvGrpSpPr/>
              <p:nvPr/>
            </p:nvGrpSpPr>
            <p:grpSpPr>
              <a:xfrm rot="-5400000">
                <a:off x="628029" y="45642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80" name="Google Shape;1380;p4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1" name="Google Shape;1381;p4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382" name="Google Shape;1382;p41"/>
          <p:cNvSpPr txBox="1"/>
          <p:nvPr/>
        </p:nvSpPr>
        <p:spPr>
          <a:xfrm>
            <a:off x="1157300" y="3476950"/>
            <a:ext cx="53202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icons, infographics &amp; images by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2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4" name="Google Shape;1384;p42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85" name="Google Shape;1385;p42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86" name="Google Shape;1386;p42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7" name="Google Shape;1387;p42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8" name="Google Shape;1388;p42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42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90" name="Google Shape;1390;p42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91" name="Google Shape;1391;p42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92" name="Google Shape;1392;p42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93" name="Google Shape;1393;p42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4" name="Google Shape;1394;p42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95" name="Google Shape;1395;p42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96" name="Google Shape;1396;p42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7" name="Google Shape;1397;p42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398" name="Google Shape;1398;p42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9" name="Google Shape;1399;p42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400" name="Google Shape;1400;p42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01" name="Google Shape;1401;p4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2" name="Google Shape;1402;p42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03" name="Google Shape;1403;p42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404" name="Google Shape;1404;p4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4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6" name="Google Shape;1406;p4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7" name="Google Shape;1407;p4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4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4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4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1" name="Google Shape;1411;p42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412" name="Google Shape;1412;p4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4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4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4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4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4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4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19" name="Google Shape;1419;p42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420" name="Google Shape;1420;p42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42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dk2"/>
        </a:solidFill>
      </p:bgPr>
    </p:bg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3" name="Google Shape;1423;p43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424" name="Google Shape;1424;p4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25" name="Google Shape;1425;p43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426" name="Google Shape;1426;p43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27" name="Google Shape;1427;p43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428" name="Google Shape;1428;p4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29" name="Google Shape;1429;p4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430" name="Google Shape;1430;p43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431" name="Google Shape;1431;p43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43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3" name="Google Shape;1433;p43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434" name="Google Shape;1434;p4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5" name="Google Shape;1435;p43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36" name="Google Shape;1436;p43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437" name="Google Shape;1437;p43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38" name="Google Shape;1438;p4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39" name="Google Shape;1439;p4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0" name="Google Shape;1440;p4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1" name="Google Shape;1441;p4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2" name="Google Shape;1442;p4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3" name="Google Shape;1443;p4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4" name="Google Shape;1444;p4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45" name="Google Shape;1445;p43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46" name="Google Shape;1446;p4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7" name="Google Shape;1447;p4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8" name="Google Shape;1448;p4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9" name="Google Shape;1449;p4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0" name="Google Shape;1450;p4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1" name="Google Shape;1451;p4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2" name="Google Shape;1452;p4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53" name="Google Shape;1453;p43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54" name="Google Shape;1454;p4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5" name="Google Shape;1455;p4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6" name="Google Shape;1456;p4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7" name="Google Shape;1457;p4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8" name="Google Shape;1458;p4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9" name="Google Shape;1459;p4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0" name="Google Shape;1460;p4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61" name="Google Shape;1461;p43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62" name="Google Shape;1462;p43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63" name="Google Shape;1463;p43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64" name="Google Shape;1464;p43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44"/>
          <p:cNvSpPr txBox="1"/>
          <p:nvPr>
            <p:ph idx="1" type="subTitle"/>
          </p:nvPr>
        </p:nvSpPr>
        <p:spPr>
          <a:xfrm>
            <a:off x="1096850" y="3456250"/>
            <a:ext cx="4882500" cy="7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IEEE Penn State - Projects Committee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FA26</a:t>
            </a:r>
            <a:endParaRPr/>
          </a:p>
        </p:txBody>
      </p:sp>
      <p:sp>
        <p:nvSpPr>
          <p:cNvPr id="1470" name="Google Shape;1470;p44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Business Cards</a:t>
            </a:r>
            <a:endParaRPr sz="4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PCB Cont.</a:t>
            </a:r>
            <a:endParaRPr sz="4100"/>
          </a:p>
        </p:txBody>
      </p:sp>
      <p:grpSp>
        <p:nvGrpSpPr>
          <p:cNvPr id="1471" name="Google Shape;1471;p44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72" name="Google Shape;1472;p44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73" name="Google Shape;1473;p44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74" name="Google Shape;1474;p44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44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76" name="Google Shape;1476;p44"/>
          <p:cNvGrpSpPr/>
          <p:nvPr/>
        </p:nvGrpSpPr>
        <p:grpSpPr>
          <a:xfrm>
            <a:off x="8017401" y="-313900"/>
            <a:ext cx="134100" cy="1891393"/>
            <a:chOff x="8017401" y="-313900"/>
            <a:chExt cx="134100" cy="1891393"/>
          </a:xfrm>
        </p:grpSpPr>
        <p:sp>
          <p:nvSpPr>
            <p:cNvPr id="1477" name="Google Shape;1477;p44"/>
            <p:cNvSpPr/>
            <p:nvPr/>
          </p:nvSpPr>
          <p:spPr>
            <a:xfrm rot="5400000">
              <a:off x="8017401" y="1443393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78" name="Google Shape;1478;p44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9" name="Google Shape;1479;p44"/>
            <p:cNvSpPr/>
            <p:nvPr/>
          </p:nvSpPr>
          <p:spPr>
            <a:xfrm rot="5400000">
              <a:off x="8047559" y="1473505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0" name="Google Shape;1480;p44"/>
          <p:cNvGrpSpPr/>
          <p:nvPr/>
        </p:nvGrpSpPr>
        <p:grpSpPr>
          <a:xfrm>
            <a:off x="6332089" y="957475"/>
            <a:ext cx="3504715" cy="5119205"/>
            <a:chOff x="6309526" y="836950"/>
            <a:chExt cx="3504715" cy="5119205"/>
          </a:xfrm>
        </p:grpSpPr>
        <p:sp>
          <p:nvSpPr>
            <p:cNvPr id="1481" name="Google Shape;1481;p44"/>
            <p:cNvSpPr/>
            <p:nvPr/>
          </p:nvSpPr>
          <p:spPr>
            <a:xfrm>
              <a:off x="6309526" y="8369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82" name="Google Shape;1482;p44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83" name="Google Shape;1483;p4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4" name="Google Shape;1484;p4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5" name="Google Shape;1485;p44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86" name="Google Shape;1486;p4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4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8" name="Google Shape;1488;p44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89" name="Google Shape;1489;p4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4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91" name="Google Shape;1491;p44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Attendance Form</a:t>
            </a:r>
            <a:endParaRPr/>
          </a:p>
        </p:txBody>
      </p:sp>
      <p:pic>
        <p:nvPicPr>
          <p:cNvPr id="1497" name="Google Shape;149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7375" y="1017725"/>
            <a:ext cx="3820975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8" name="Google Shape;1498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7375" y="1017725"/>
            <a:ext cx="382097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Design Rules</a:t>
            </a:r>
            <a:endParaRPr/>
          </a:p>
        </p:txBody>
      </p:sp>
      <p:sp>
        <p:nvSpPr>
          <p:cNvPr id="1504" name="Google Shape;1504;p46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All </a:t>
            </a:r>
            <a:r>
              <a:rPr lang="en"/>
              <a:t>surface</a:t>
            </a:r>
            <a:r>
              <a:rPr lang="en"/>
              <a:t> mount parts (Cx, Rx, Ux) should be on the </a:t>
            </a:r>
            <a:r>
              <a:rPr b="1" lang="en"/>
              <a:t>SAME SIDE!!</a:t>
            </a:r>
            <a:endParaRPr b="1"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Display, battery, and buttons</a:t>
            </a:r>
            <a:r>
              <a:rPr lang="en"/>
              <a:t> can go on </a:t>
            </a:r>
            <a:r>
              <a:rPr b="1" lang="en"/>
              <a:t>either side.</a:t>
            </a:r>
            <a:endParaRPr b="1"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Generally (</a:t>
            </a:r>
            <a:r>
              <a:rPr lang="en"/>
              <a:t>especially</a:t>
            </a:r>
            <a:r>
              <a:rPr lang="en"/>
              <a:t> for </a:t>
            </a:r>
            <a:r>
              <a:rPr b="1" lang="en"/>
              <a:t>SDA </a:t>
            </a:r>
            <a:r>
              <a:rPr lang="en"/>
              <a:t>and </a:t>
            </a:r>
            <a:r>
              <a:rPr b="1" lang="en"/>
              <a:t>SCL</a:t>
            </a:r>
            <a:r>
              <a:rPr lang="en"/>
              <a:t>), keep traces </a:t>
            </a:r>
            <a:r>
              <a:rPr b="1" lang="en"/>
              <a:t>as short and possible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Keep circuits together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Board Outline -&gt; Part Placement -&gt; Route Traces -&gt; </a:t>
            </a:r>
            <a:r>
              <a:rPr lang="en"/>
              <a:t>Silkscreen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 unique and have fun!!!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pic>
        <p:nvPicPr>
          <p:cNvPr id="1510" name="Google Shape;151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2762" y="934500"/>
            <a:ext cx="2718475" cy="423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48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7" name="Google Shape;151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275" y="1"/>
            <a:ext cx="8327455" cy="499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</a:t>
            </a:r>
            <a:endParaRPr/>
          </a:p>
        </p:txBody>
      </p:sp>
      <p:sp>
        <p:nvSpPr>
          <p:cNvPr id="1523" name="Google Shape;1523;p49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4" name="Google Shape;152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5275" y="1103825"/>
            <a:ext cx="6053451" cy="4003951"/>
          </a:xfrm>
          <a:prstGeom prst="rect">
            <a:avLst/>
          </a:prstGeom>
          <a:noFill/>
          <a:ln>
            <a:noFill/>
          </a:ln>
        </p:spPr>
      </p:pic>
      <p:sp>
        <p:nvSpPr>
          <p:cNvPr id="1525" name="Google Shape;1525;p49"/>
          <p:cNvSpPr/>
          <p:nvPr/>
        </p:nvSpPr>
        <p:spPr>
          <a:xfrm>
            <a:off x="6312200" y="1689550"/>
            <a:ext cx="204000" cy="219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6" name="Google Shape;1526;p49"/>
          <p:cNvSpPr/>
          <p:nvPr/>
        </p:nvSpPr>
        <p:spPr>
          <a:xfrm>
            <a:off x="6566650" y="1384600"/>
            <a:ext cx="1032000" cy="2193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7" name="Google Shape;1527;p49"/>
          <p:cNvSpPr txBox="1"/>
          <p:nvPr/>
        </p:nvSpPr>
        <p:spPr>
          <a:xfrm>
            <a:off x="5602600" y="1599100"/>
            <a:ext cx="60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X -&gt;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8" name="Google Shape;1528;p49"/>
          <p:cNvSpPr txBox="1"/>
          <p:nvPr/>
        </p:nvSpPr>
        <p:spPr>
          <a:xfrm>
            <a:off x="5602600" y="1969725"/>
            <a:ext cx="60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-&gt;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9" name="Google Shape;1529;p49"/>
          <p:cNvSpPr/>
          <p:nvPr/>
        </p:nvSpPr>
        <p:spPr>
          <a:xfrm>
            <a:off x="6312200" y="2060175"/>
            <a:ext cx="204000" cy="2193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Traces and Vias</a:t>
            </a:r>
            <a:endParaRPr/>
          </a:p>
        </p:txBody>
      </p:sp>
      <p:sp>
        <p:nvSpPr>
          <p:cNvPr id="1535" name="Google Shape;1535;p50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front/back coppers are traces connecting parts on a single side.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Vias bridge the two traces, crossing sides</a:t>
            </a:r>
            <a:endParaRPr/>
          </a:p>
        </p:txBody>
      </p:sp>
      <p:pic>
        <p:nvPicPr>
          <p:cNvPr id="1536" name="Google Shape;1536;p50"/>
          <p:cNvPicPr preferRelativeResize="0"/>
          <p:nvPr/>
        </p:nvPicPr>
        <p:blipFill rotWithShape="1">
          <a:blip r:embed="rId3">
            <a:alphaModFix/>
          </a:blip>
          <a:srcRect b="0" l="0" r="62364" t="0"/>
          <a:stretch/>
        </p:blipFill>
        <p:spPr>
          <a:xfrm>
            <a:off x="623800" y="1864275"/>
            <a:ext cx="4075226" cy="298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7" name="Google Shape;1537;p50"/>
          <p:cNvSpPr/>
          <p:nvPr/>
        </p:nvSpPr>
        <p:spPr>
          <a:xfrm>
            <a:off x="710750" y="2773950"/>
            <a:ext cx="1314900" cy="1256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50"/>
          <p:cNvSpPr/>
          <p:nvPr/>
        </p:nvSpPr>
        <p:spPr>
          <a:xfrm>
            <a:off x="2820100" y="3069650"/>
            <a:ext cx="1738500" cy="423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50"/>
          <p:cNvSpPr/>
          <p:nvPr/>
        </p:nvSpPr>
        <p:spPr>
          <a:xfrm>
            <a:off x="2820100" y="3455025"/>
            <a:ext cx="1738500" cy="423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50"/>
          <p:cNvSpPr txBox="1"/>
          <p:nvPr/>
        </p:nvSpPr>
        <p:spPr>
          <a:xfrm>
            <a:off x="2842600" y="2640975"/>
            <a:ext cx="16935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highlight>
                  <a:srgbClr val="FF0000"/>
                </a:highlight>
              </a:rPr>
              <a:t>Front Copper</a:t>
            </a:r>
            <a:endParaRPr sz="1800">
              <a:solidFill>
                <a:srgbClr val="FFFFFF"/>
              </a:solidFill>
              <a:highlight>
                <a:srgbClr val="FF0000"/>
              </a:highlight>
            </a:endParaRPr>
          </a:p>
        </p:txBody>
      </p:sp>
      <p:sp>
        <p:nvSpPr>
          <p:cNvPr id="1541" name="Google Shape;1541;p50"/>
          <p:cNvSpPr txBox="1"/>
          <p:nvPr/>
        </p:nvSpPr>
        <p:spPr>
          <a:xfrm>
            <a:off x="2842600" y="3817725"/>
            <a:ext cx="16935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highlight>
                  <a:srgbClr val="FF0000"/>
                </a:highlight>
              </a:rPr>
              <a:t>Back Copper</a:t>
            </a:r>
            <a:endParaRPr sz="1800">
              <a:solidFill>
                <a:srgbClr val="FFFFFF"/>
              </a:solidFill>
              <a:highlight>
                <a:srgbClr val="FF0000"/>
              </a:highlight>
            </a:endParaRPr>
          </a:p>
        </p:txBody>
      </p:sp>
      <p:pic>
        <p:nvPicPr>
          <p:cNvPr id="1542" name="Google Shape;1542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1650" y="1821200"/>
            <a:ext cx="2952346" cy="298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3" name="Google Shape;1543;p50"/>
          <p:cNvSpPr txBox="1"/>
          <p:nvPr/>
        </p:nvSpPr>
        <p:spPr>
          <a:xfrm>
            <a:off x="521450" y="2352200"/>
            <a:ext cx="16935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highlight>
                  <a:srgbClr val="FF0000"/>
                </a:highlight>
              </a:rPr>
              <a:t>Via</a:t>
            </a:r>
            <a:endParaRPr sz="1800">
              <a:solidFill>
                <a:srgbClr val="FFFFFF"/>
              </a:solidFill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Ordering</a:t>
            </a:r>
            <a:endParaRPr/>
          </a:p>
        </p:txBody>
      </p:sp>
      <p:pic>
        <p:nvPicPr>
          <p:cNvPr id="1549" name="Google Shape;1549;p51" title="Screenshot 2026-10-01 at 5.43.3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0600" y="1050725"/>
            <a:ext cx="7042801" cy="399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